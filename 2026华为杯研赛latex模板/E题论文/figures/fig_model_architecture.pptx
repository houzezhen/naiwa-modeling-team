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6256000" cy="59182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307BED-4FB2-5D43-4398-95302572B8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968558"/>
            <a:ext cx="12192000" cy="2060410"/>
          </a:xfrm>
        </p:spPr>
        <p:txBody>
          <a:bodyPr anchor="b"/>
          <a:lstStyle>
            <a:lvl1pPr algn="ctr">
              <a:defRPr sz="5178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190A973-11AC-D6E0-B7CB-0AAA18B174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3108426"/>
            <a:ext cx="12192000" cy="1428861"/>
          </a:xfrm>
        </p:spPr>
        <p:txBody>
          <a:bodyPr/>
          <a:lstStyle>
            <a:lvl1pPr marL="0" indent="0" algn="ctr">
              <a:buNone/>
              <a:defRPr sz="2071"/>
            </a:lvl1pPr>
            <a:lvl2pPr marL="394564" indent="0" algn="ctr">
              <a:buNone/>
              <a:defRPr sz="1726"/>
            </a:lvl2pPr>
            <a:lvl3pPr marL="789127" indent="0" algn="ctr">
              <a:buNone/>
              <a:defRPr sz="1553"/>
            </a:lvl3pPr>
            <a:lvl4pPr marL="1183691" indent="0" algn="ctr">
              <a:buNone/>
              <a:defRPr sz="1381"/>
            </a:lvl4pPr>
            <a:lvl5pPr marL="1578254" indent="0" algn="ctr">
              <a:buNone/>
              <a:defRPr sz="1381"/>
            </a:lvl5pPr>
            <a:lvl6pPr marL="1972818" indent="0" algn="ctr">
              <a:buNone/>
              <a:defRPr sz="1381"/>
            </a:lvl6pPr>
            <a:lvl7pPr marL="2367382" indent="0" algn="ctr">
              <a:buNone/>
              <a:defRPr sz="1381"/>
            </a:lvl7pPr>
            <a:lvl8pPr marL="2761945" indent="0" algn="ctr">
              <a:buNone/>
              <a:defRPr sz="1381"/>
            </a:lvl8pPr>
            <a:lvl9pPr marL="3156509" indent="0" algn="ctr">
              <a:buNone/>
              <a:defRPr sz="1381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FFD41A-EADD-A147-D50F-0FCEFC686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0E7B7-F566-4861-906A-0B58C701457C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48AB07-D8E4-D722-67DA-2655577B8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6C9074-C223-CDAB-C798-091A87B27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62D13-4BE0-4EF0-9F78-E23AF112FD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5085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4F35F0-7D1E-613D-2568-B5A147FB1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437CAE-DCE6-25C3-68EC-C6A34B0A6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69F5B3-7A96-AAF1-1414-374F8D019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0E7B7-F566-4861-906A-0B58C701457C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FB8AD0-084C-BC02-AA8A-32D6BEB5A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A2CAE1-D37D-A841-C0D4-1C1B9EBFA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62D13-4BE0-4EF0-9F78-E23AF112FD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543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52D1B6-18C6-DB40-B87E-7448AFE8E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1475442"/>
            <a:ext cx="14020800" cy="2461806"/>
          </a:xfrm>
        </p:spPr>
        <p:txBody>
          <a:bodyPr anchor="b"/>
          <a:lstStyle>
            <a:lvl1pPr>
              <a:defRPr sz="5178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1587AD-85EB-DFC8-9C58-4A2939C7B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3960538"/>
            <a:ext cx="14020800" cy="1294606"/>
          </a:xfrm>
        </p:spPr>
        <p:txBody>
          <a:bodyPr/>
          <a:lstStyle>
            <a:lvl1pPr marL="0" indent="0">
              <a:buNone/>
              <a:defRPr sz="2071">
                <a:solidFill>
                  <a:schemeClr val="tx1">
                    <a:tint val="75000"/>
                  </a:schemeClr>
                </a:solidFill>
              </a:defRPr>
            </a:lvl1pPr>
            <a:lvl2pPr marL="394564" indent="0">
              <a:buNone/>
              <a:defRPr sz="1726">
                <a:solidFill>
                  <a:schemeClr val="tx1">
                    <a:tint val="75000"/>
                  </a:schemeClr>
                </a:solidFill>
              </a:defRPr>
            </a:lvl2pPr>
            <a:lvl3pPr marL="789127" indent="0">
              <a:buNone/>
              <a:defRPr sz="1553">
                <a:solidFill>
                  <a:schemeClr val="tx1">
                    <a:tint val="75000"/>
                  </a:schemeClr>
                </a:solidFill>
              </a:defRPr>
            </a:lvl3pPr>
            <a:lvl4pPr marL="1183691" indent="0">
              <a:buNone/>
              <a:defRPr sz="1381">
                <a:solidFill>
                  <a:schemeClr val="tx1">
                    <a:tint val="75000"/>
                  </a:schemeClr>
                </a:solidFill>
              </a:defRPr>
            </a:lvl4pPr>
            <a:lvl5pPr marL="1578254" indent="0">
              <a:buNone/>
              <a:defRPr sz="1381">
                <a:solidFill>
                  <a:schemeClr val="tx1">
                    <a:tint val="75000"/>
                  </a:schemeClr>
                </a:solidFill>
              </a:defRPr>
            </a:lvl5pPr>
            <a:lvl6pPr marL="1972818" indent="0">
              <a:buNone/>
              <a:defRPr sz="1381">
                <a:solidFill>
                  <a:schemeClr val="tx1">
                    <a:tint val="75000"/>
                  </a:schemeClr>
                </a:solidFill>
              </a:defRPr>
            </a:lvl6pPr>
            <a:lvl7pPr marL="2367382" indent="0">
              <a:buNone/>
              <a:defRPr sz="1381">
                <a:solidFill>
                  <a:schemeClr val="tx1">
                    <a:tint val="75000"/>
                  </a:schemeClr>
                </a:solidFill>
              </a:defRPr>
            </a:lvl7pPr>
            <a:lvl8pPr marL="2761945" indent="0">
              <a:buNone/>
              <a:defRPr sz="1381">
                <a:solidFill>
                  <a:schemeClr val="tx1">
                    <a:tint val="75000"/>
                  </a:schemeClr>
                </a:solidFill>
              </a:defRPr>
            </a:lvl8pPr>
            <a:lvl9pPr marL="3156509" indent="0">
              <a:buNone/>
              <a:defRPr sz="138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8E965A-7166-880E-B762-49D04CAC9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0E7B7-F566-4861-906A-0B58C701457C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030F2F-7D93-312D-30F5-21543CBBA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E94C37-E74E-8E8A-E50E-942067853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62D13-4BE0-4EF0-9F78-E23AF112FD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8336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7E15F0-C0B4-9DFA-F5E9-B204EF2C2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DF1C6F-7012-D0BD-302C-66779D586D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1575447"/>
            <a:ext cx="6908800" cy="37550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11129DA-12A8-E3E9-E202-CE8C9AA627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1575447"/>
            <a:ext cx="6908800" cy="37550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6578D66-9141-0915-F17F-AC54478D8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0E7B7-F566-4861-906A-0B58C701457C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89A550-9706-FCF5-496B-CD8064410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3D05FB-1244-7AF2-0B31-526F4A2A8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62D13-4BE0-4EF0-9F78-E23AF112FD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946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2036E3-696B-D410-27B3-4A8018986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315091"/>
            <a:ext cx="14020800" cy="114391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B12D19-9472-6840-0096-8729CF755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1450781"/>
            <a:ext cx="6877049" cy="711006"/>
          </a:xfrm>
        </p:spPr>
        <p:txBody>
          <a:bodyPr anchor="b"/>
          <a:lstStyle>
            <a:lvl1pPr marL="0" indent="0">
              <a:buNone/>
              <a:defRPr sz="2071" b="1"/>
            </a:lvl1pPr>
            <a:lvl2pPr marL="394564" indent="0">
              <a:buNone/>
              <a:defRPr sz="1726" b="1"/>
            </a:lvl2pPr>
            <a:lvl3pPr marL="789127" indent="0">
              <a:buNone/>
              <a:defRPr sz="1553" b="1"/>
            </a:lvl3pPr>
            <a:lvl4pPr marL="1183691" indent="0">
              <a:buNone/>
              <a:defRPr sz="1381" b="1"/>
            </a:lvl4pPr>
            <a:lvl5pPr marL="1578254" indent="0">
              <a:buNone/>
              <a:defRPr sz="1381" b="1"/>
            </a:lvl5pPr>
            <a:lvl6pPr marL="1972818" indent="0">
              <a:buNone/>
              <a:defRPr sz="1381" b="1"/>
            </a:lvl6pPr>
            <a:lvl7pPr marL="2367382" indent="0">
              <a:buNone/>
              <a:defRPr sz="1381" b="1"/>
            </a:lvl7pPr>
            <a:lvl8pPr marL="2761945" indent="0">
              <a:buNone/>
              <a:defRPr sz="1381" b="1"/>
            </a:lvl8pPr>
            <a:lvl9pPr marL="3156509" indent="0">
              <a:buNone/>
              <a:defRPr sz="1381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11E215-B825-68A7-3F09-24F3D3B37D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2161787"/>
            <a:ext cx="6877049" cy="31796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90AAB00-CD88-C7E4-3BA3-A281F089DB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1450781"/>
            <a:ext cx="6910917" cy="711006"/>
          </a:xfrm>
        </p:spPr>
        <p:txBody>
          <a:bodyPr anchor="b"/>
          <a:lstStyle>
            <a:lvl1pPr marL="0" indent="0">
              <a:buNone/>
              <a:defRPr sz="2071" b="1"/>
            </a:lvl1pPr>
            <a:lvl2pPr marL="394564" indent="0">
              <a:buNone/>
              <a:defRPr sz="1726" b="1"/>
            </a:lvl2pPr>
            <a:lvl3pPr marL="789127" indent="0">
              <a:buNone/>
              <a:defRPr sz="1553" b="1"/>
            </a:lvl3pPr>
            <a:lvl4pPr marL="1183691" indent="0">
              <a:buNone/>
              <a:defRPr sz="1381" b="1"/>
            </a:lvl4pPr>
            <a:lvl5pPr marL="1578254" indent="0">
              <a:buNone/>
              <a:defRPr sz="1381" b="1"/>
            </a:lvl5pPr>
            <a:lvl6pPr marL="1972818" indent="0">
              <a:buNone/>
              <a:defRPr sz="1381" b="1"/>
            </a:lvl6pPr>
            <a:lvl7pPr marL="2367382" indent="0">
              <a:buNone/>
              <a:defRPr sz="1381" b="1"/>
            </a:lvl7pPr>
            <a:lvl8pPr marL="2761945" indent="0">
              <a:buNone/>
              <a:defRPr sz="1381" b="1"/>
            </a:lvl8pPr>
            <a:lvl9pPr marL="3156509" indent="0">
              <a:buNone/>
              <a:defRPr sz="1381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831E11E-4D5B-C8E0-C91B-B0E077193B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2161787"/>
            <a:ext cx="6910917" cy="31796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B6C8603-929C-D8BF-3F60-520F37722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0E7B7-F566-4861-906A-0B58C701457C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BF2E4D2-E83F-5447-954D-9687ACB6B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BC61366-2F73-BA2E-22AA-306478F2C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62D13-4BE0-4EF0-9F78-E23AF112FD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7552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5809B1-9CB3-698B-FA4C-B1B32071C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0BF5254-9361-20AE-4A51-1FED60FD5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0E7B7-F566-4861-906A-0B58C701457C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F981EE6-4AC8-610E-7BB6-0592CA6A9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F4DC9C2-9828-BA51-9E44-796041418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62D13-4BE0-4EF0-9F78-E23AF112FD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357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0E94328-22A0-BD8D-8A09-931DD49E7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0E7B7-F566-4861-906A-0B58C701457C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DC0B940-5C49-2689-57EF-E2101EB53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EA898B-55DE-5436-E911-0EE9CAFC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62D13-4BE0-4EF0-9F78-E23AF112FD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1578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8D7427-5529-8AB8-0679-7DFD6FA4B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394547"/>
            <a:ext cx="5242983" cy="1380913"/>
          </a:xfrm>
        </p:spPr>
        <p:txBody>
          <a:bodyPr anchor="b"/>
          <a:lstStyle>
            <a:lvl1pPr>
              <a:defRPr sz="2762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0B14C4-701F-A375-D52B-2BB03CFC4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852112"/>
            <a:ext cx="8229600" cy="4205758"/>
          </a:xfrm>
        </p:spPr>
        <p:txBody>
          <a:bodyPr/>
          <a:lstStyle>
            <a:lvl1pPr>
              <a:defRPr sz="2762"/>
            </a:lvl1pPr>
            <a:lvl2pPr>
              <a:defRPr sz="2416"/>
            </a:lvl2pPr>
            <a:lvl3pPr>
              <a:defRPr sz="2071"/>
            </a:lvl3pPr>
            <a:lvl4pPr>
              <a:defRPr sz="1726"/>
            </a:lvl4pPr>
            <a:lvl5pPr>
              <a:defRPr sz="1726"/>
            </a:lvl5pPr>
            <a:lvl6pPr>
              <a:defRPr sz="1726"/>
            </a:lvl6pPr>
            <a:lvl7pPr>
              <a:defRPr sz="1726"/>
            </a:lvl7pPr>
            <a:lvl8pPr>
              <a:defRPr sz="1726"/>
            </a:lvl8pPr>
            <a:lvl9pPr>
              <a:defRPr sz="1726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4CC605-FA82-21E7-0DE8-F828B91686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1775460"/>
            <a:ext cx="5242983" cy="3289259"/>
          </a:xfrm>
        </p:spPr>
        <p:txBody>
          <a:bodyPr/>
          <a:lstStyle>
            <a:lvl1pPr marL="0" indent="0">
              <a:buNone/>
              <a:defRPr sz="1381"/>
            </a:lvl1pPr>
            <a:lvl2pPr marL="394564" indent="0">
              <a:buNone/>
              <a:defRPr sz="1208"/>
            </a:lvl2pPr>
            <a:lvl3pPr marL="789127" indent="0">
              <a:buNone/>
              <a:defRPr sz="1036"/>
            </a:lvl3pPr>
            <a:lvl4pPr marL="1183691" indent="0">
              <a:buNone/>
              <a:defRPr sz="863"/>
            </a:lvl4pPr>
            <a:lvl5pPr marL="1578254" indent="0">
              <a:buNone/>
              <a:defRPr sz="863"/>
            </a:lvl5pPr>
            <a:lvl6pPr marL="1972818" indent="0">
              <a:buNone/>
              <a:defRPr sz="863"/>
            </a:lvl6pPr>
            <a:lvl7pPr marL="2367382" indent="0">
              <a:buNone/>
              <a:defRPr sz="863"/>
            </a:lvl7pPr>
            <a:lvl8pPr marL="2761945" indent="0">
              <a:buNone/>
              <a:defRPr sz="863"/>
            </a:lvl8pPr>
            <a:lvl9pPr marL="3156509" indent="0">
              <a:buNone/>
              <a:defRPr sz="86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63EAAC-240B-CD71-8C9C-AFF0A4089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0E7B7-F566-4861-906A-0B58C701457C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34B5D4-67F4-B92D-42DE-5E3C50118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B3A8DF-2721-32CB-DEEC-931F11909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62D13-4BE0-4EF0-9F78-E23AF112FD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84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5F692B-C45B-21D9-4879-F97087F24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394547"/>
            <a:ext cx="5242983" cy="1380913"/>
          </a:xfrm>
        </p:spPr>
        <p:txBody>
          <a:bodyPr anchor="b"/>
          <a:lstStyle>
            <a:lvl1pPr>
              <a:defRPr sz="2762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6D6E809-C14D-30B8-C3AC-F604C0394D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852112"/>
            <a:ext cx="8229600" cy="4205758"/>
          </a:xfrm>
        </p:spPr>
        <p:txBody>
          <a:bodyPr/>
          <a:lstStyle>
            <a:lvl1pPr marL="0" indent="0">
              <a:buNone/>
              <a:defRPr sz="2762"/>
            </a:lvl1pPr>
            <a:lvl2pPr marL="394564" indent="0">
              <a:buNone/>
              <a:defRPr sz="2416"/>
            </a:lvl2pPr>
            <a:lvl3pPr marL="789127" indent="0">
              <a:buNone/>
              <a:defRPr sz="2071"/>
            </a:lvl3pPr>
            <a:lvl4pPr marL="1183691" indent="0">
              <a:buNone/>
              <a:defRPr sz="1726"/>
            </a:lvl4pPr>
            <a:lvl5pPr marL="1578254" indent="0">
              <a:buNone/>
              <a:defRPr sz="1726"/>
            </a:lvl5pPr>
            <a:lvl6pPr marL="1972818" indent="0">
              <a:buNone/>
              <a:defRPr sz="1726"/>
            </a:lvl6pPr>
            <a:lvl7pPr marL="2367382" indent="0">
              <a:buNone/>
              <a:defRPr sz="1726"/>
            </a:lvl7pPr>
            <a:lvl8pPr marL="2761945" indent="0">
              <a:buNone/>
              <a:defRPr sz="1726"/>
            </a:lvl8pPr>
            <a:lvl9pPr marL="3156509" indent="0">
              <a:buNone/>
              <a:defRPr sz="1726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FBF5495-CCFF-A7DA-374F-0653A632E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1775460"/>
            <a:ext cx="5242983" cy="3289259"/>
          </a:xfrm>
        </p:spPr>
        <p:txBody>
          <a:bodyPr/>
          <a:lstStyle>
            <a:lvl1pPr marL="0" indent="0">
              <a:buNone/>
              <a:defRPr sz="1381"/>
            </a:lvl1pPr>
            <a:lvl2pPr marL="394564" indent="0">
              <a:buNone/>
              <a:defRPr sz="1208"/>
            </a:lvl2pPr>
            <a:lvl3pPr marL="789127" indent="0">
              <a:buNone/>
              <a:defRPr sz="1036"/>
            </a:lvl3pPr>
            <a:lvl4pPr marL="1183691" indent="0">
              <a:buNone/>
              <a:defRPr sz="863"/>
            </a:lvl4pPr>
            <a:lvl5pPr marL="1578254" indent="0">
              <a:buNone/>
              <a:defRPr sz="863"/>
            </a:lvl5pPr>
            <a:lvl6pPr marL="1972818" indent="0">
              <a:buNone/>
              <a:defRPr sz="863"/>
            </a:lvl6pPr>
            <a:lvl7pPr marL="2367382" indent="0">
              <a:buNone/>
              <a:defRPr sz="863"/>
            </a:lvl7pPr>
            <a:lvl8pPr marL="2761945" indent="0">
              <a:buNone/>
              <a:defRPr sz="863"/>
            </a:lvl8pPr>
            <a:lvl9pPr marL="3156509" indent="0">
              <a:buNone/>
              <a:defRPr sz="86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E53787-16D8-0CD5-BD21-F31D99C42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0E7B7-F566-4861-906A-0B58C701457C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7309F4-97DB-5C9E-7D1D-94E7B032E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014911-547F-8CDB-2C9A-69D54970D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62D13-4BE0-4EF0-9F78-E23AF112FD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808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642385-2577-707E-EEE1-41AE51861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792F27-2507-C42A-4F6F-9D20A3258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E1588D-D2AF-B04F-CF0F-569C0F81E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0E7B7-F566-4861-906A-0B58C701457C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01204C-0268-43E4-C459-EE41310A1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A5E0FB-74DE-4E78-973A-D4164E126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62D13-4BE0-4EF0-9F78-E23AF112FD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213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49AD2D0-B59A-22C2-A69E-59EB808FD8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315089"/>
            <a:ext cx="3505200" cy="50154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0E194C5-5AE1-255E-8073-EE4CE424A4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315089"/>
            <a:ext cx="10312400" cy="50154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311C93-5523-D1A4-7CE2-B1F99BEB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0E7B7-F566-4861-906A-0B58C701457C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FFA3FE-800F-B897-1363-44C535D1E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9F153A-BA31-E058-AAF3-BAF0F7A14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62D13-4BE0-4EF0-9F78-E23AF112FD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9972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D508087-A545-D1D8-6C5E-8B16ABCC3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315091"/>
            <a:ext cx="14020800" cy="1143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ECEC31-2C30-B688-CFAD-7F69C1AA0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1575447"/>
            <a:ext cx="14020800" cy="37550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D40DAD-39F3-8AE2-8E51-BD22B88618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5485296"/>
            <a:ext cx="3657600" cy="315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80E7B7-F566-4861-906A-0B58C701457C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D431CE-24AB-8CE3-EDAE-6197534866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5485296"/>
            <a:ext cx="5486400" cy="315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87DB53-313C-674F-5FB8-CD613B73C7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5485296"/>
            <a:ext cx="3657600" cy="315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362D13-4BE0-4EF0-9F78-E23AF112FD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8906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89127" rtl="0" eaLnBrk="1" latinLnBrk="0" hangingPunct="1">
        <a:lnSpc>
          <a:spcPct val="90000"/>
        </a:lnSpc>
        <a:spcBef>
          <a:spcPct val="0"/>
        </a:spcBef>
        <a:buNone/>
        <a:defRPr sz="37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282" indent="-197282" algn="l" defTabSz="789127" rtl="0" eaLnBrk="1" latinLnBrk="0" hangingPunct="1">
        <a:lnSpc>
          <a:spcPct val="90000"/>
        </a:lnSpc>
        <a:spcBef>
          <a:spcPts val="863"/>
        </a:spcBef>
        <a:buFont typeface="Arial" panose="020B0604020202020204" pitchFamily="34" charset="0"/>
        <a:buChar char="•"/>
        <a:defRPr sz="2416" kern="1200">
          <a:solidFill>
            <a:schemeClr val="tx1"/>
          </a:solidFill>
          <a:latin typeface="+mn-lt"/>
          <a:ea typeface="+mn-ea"/>
          <a:cs typeface="+mn-cs"/>
        </a:defRPr>
      </a:lvl1pPr>
      <a:lvl2pPr marL="591845" indent="-197282" algn="l" defTabSz="789127" rtl="0" eaLnBrk="1" latinLnBrk="0" hangingPunct="1">
        <a:lnSpc>
          <a:spcPct val="90000"/>
        </a:lnSpc>
        <a:spcBef>
          <a:spcPts val="432"/>
        </a:spcBef>
        <a:buFont typeface="Arial" panose="020B0604020202020204" pitchFamily="34" charset="0"/>
        <a:buChar char="•"/>
        <a:defRPr sz="2071" kern="1200">
          <a:solidFill>
            <a:schemeClr val="tx1"/>
          </a:solidFill>
          <a:latin typeface="+mn-lt"/>
          <a:ea typeface="+mn-ea"/>
          <a:cs typeface="+mn-cs"/>
        </a:defRPr>
      </a:lvl2pPr>
      <a:lvl3pPr marL="986409" indent="-197282" algn="l" defTabSz="789127" rtl="0" eaLnBrk="1" latinLnBrk="0" hangingPunct="1">
        <a:lnSpc>
          <a:spcPct val="90000"/>
        </a:lnSpc>
        <a:spcBef>
          <a:spcPts val="432"/>
        </a:spcBef>
        <a:buFont typeface="Arial" panose="020B0604020202020204" pitchFamily="34" charset="0"/>
        <a:buChar char="•"/>
        <a:defRPr sz="1726" kern="1200">
          <a:solidFill>
            <a:schemeClr val="tx1"/>
          </a:solidFill>
          <a:latin typeface="+mn-lt"/>
          <a:ea typeface="+mn-ea"/>
          <a:cs typeface="+mn-cs"/>
        </a:defRPr>
      </a:lvl3pPr>
      <a:lvl4pPr marL="1380973" indent="-197282" algn="l" defTabSz="789127" rtl="0" eaLnBrk="1" latinLnBrk="0" hangingPunct="1">
        <a:lnSpc>
          <a:spcPct val="90000"/>
        </a:lnSpc>
        <a:spcBef>
          <a:spcPts val="432"/>
        </a:spcBef>
        <a:buFont typeface="Arial" panose="020B0604020202020204" pitchFamily="34" charset="0"/>
        <a:buChar char="•"/>
        <a:defRPr sz="1553" kern="1200">
          <a:solidFill>
            <a:schemeClr val="tx1"/>
          </a:solidFill>
          <a:latin typeface="+mn-lt"/>
          <a:ea typeface="+mn-ea"/>
          <a:cs typeface="+mn-cs"/>
        </a:defRPr>
      </a:lvl4pPr>
      <a:lvl5pPr marL="1775536" indent="-197282" algn="l" defTabSz="789127" rtl="0" eaLnBrk="1" latinLnBrk="0" hangingPunct="1">
        <a:lnSpc>
          <a:spcPct val="90000"/>
        </a:lnSpc>
        <a:spcBef>
          <a:spcPts val="432"/>
        </a:spcBef>
        <a:buFont typeface="Arial" panose="020B0604020202020204" pitchFamily="34" charset="0"/>
        <a:buChar char="•"/>
        <a:defRPr sz="1553" kern="1200">
          <a:solidFill>
            <a:schemeClr val="tx1"/>
          </a:solidFill>
          <a:latin typeface="+mn-lt"/>
          <a:ea typeface="+mn-ea"/>
          <a:cs typeface="+mn-cs"/>
        </a:defRPr>
      </a:lvl5pPr>
      <a:lvl6pPr marL="2170100" indent="-197282" algn="l" defTabSz="789127" rtl="0" eaLnBrk="1" latinLnBrk="0" hangingPunct="1">
        <a:lnSpc>
          <a:spcPct val="90000"/>
        </a:lnSpc>
        <a:spcBef>
          <a:spcPts val="432"/>
        </a:spcBef>
        <a:buFont typeface="Arial" panose="020B0604020202020204" pitchFamily="34" charset="0"/>
        <a:buChar char="•"/>
        <a:defRPr sz="1553" kern="1200">
          <a:solidFill>
            <a:schemeClr val="tx1"/>
          </a:solidFill>
          <a:latin typeface="+mn-lt"/>
          <a:ea typeface="+mn-ea"/>
          <a:cs typeface="+mn-cs"/>
        </a:defRPr>
      </a:lvl6pPr>
      <a:lvl7pPr marL="2564663" indent="-197282" algn="l" defTabSz="789127" rtl="0" eaLnBrk="1" latinLnBrk="0" hangingPunct="1">
        <a:lnSpc>
          <a:spcPct val="90000"/>
        </a:lnSpc>
        <a:spcBef>
          <a:spcPts val="432"/>
        </a:spcBef>
        <a:buFont typeface="Arial" panose="020B0604020202020204" pitchFamily="34" charset="0"/>
        <a:buChar char="•"/>
        <a:defRPr sz="1553" kern="1200">
          <a:solidFill>
            <a:schemeClr val="tx1"/>
          </a:solidFill>
          <a:latin typeface="+mn-lt"/>
          <a:ea typeface="+mn-ea"/>
          <a:cs typeface="+mn-cs"/>
        </a:defRPr>
      </a:lvl7pPr>
      <a:lvl8pPr marL="2959227" indent="-197282" algn="l" defTabSz="789127" rtl="0" eaLnBrk="1" latinLnBrk="0" hangingPunct="1">
        <a:lnSpc>
          <a:spcPct val="90000"/>
        </a:lnSpc>
        <a:spcBef>
          <a:spcPts val="432"/>
        </a:spcBef>
        <a:buFont typeface="Arial" panose="020B0604020202020204" pitchFamily="34" charset="0"/>
        <a:buChar char="•"/>
        <a:defRPr sz="1553" kern="1200">
          <a:solidFill>
            <a:schemeClr val="tx1"/>
          </a:solidFill>
          <a:latin typeface="+mn-lt"/>
          <a:ea typeface="+mn-ea"/>
          <a:cs typeface="+mn-cs"/>
        </a:defRPr>
      </a:lvl8pPr>
      <a:lvl9pPr marL="3353791" indent="-197282" algn="l" defTabSz="789127" rtl="0" eaLnBrk="1" latinLnBrk="0" hangingPunct="1">
        <a:lnSpc>
          <a:spcPct val="90000"/>
        </a:lnSpc>
        <a:spcBef>
          <a:spcPts val="432"/>
        </a:spcBef>
        <a:buFont typeface="Arial" panose="020B0604020202020204" pitchFamily="34" charset="0"/>
        <a:buChar char="•"/>
        <a:defRPr sz="15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89127" rtl="0" eaLnBrk="1" latinLnBrk="0" hangingPunct="1">
        <a:defRPr sz="1553" kern="1200">
          <a:solidFill>
            <a:schemeClr val="tx1"/>
          </a:solidFill>
          <a:latin typeface="+mn-lt"/>
          <a:ea typeface="+mn-ea"/>
          <a:cs typeface="+mn-cs"/>
        </a:defRPr>
      </a:lvl1pPr>
      <a:lvl2pPr marL="394564" algn="l" defTabSz="789127" rtl="0" eaLnBrk="1" latinLnBrk="0" hangingPunct="1">
        <a:defRPr sz="1553" kern="1200">
          <a:solidFill>
            <a:schemeClr val="tx1"/>
          </a:solidFill>
          <a:latin typeface="+mn-lt"/>
          <a:ea typeface="+mn-ea"/>
          <a:cs typeface="+mn-cs"/>
        </a:defRPr>
      </a:lvl2pPr>
      <a:lvl3pPr marL="789127" algn="l" defTabSz="789127" rtl="0" eaLnBrk="1" latinLnBrk="0" hangingPunct="1">
        <a:defRPr sz="1553" kern="1200">
          <a:solidFill>
            <a:schemeClr val="tx1"/>
          </a:solidFill>
          <a:latin typeface="+mn-lt"/>
          <a:ea typeface="+mn-ea"/>
          <a:cs typeface="+mn-cs"/>
        </a:defRPr>
      </a:lvl3pPr>
      <a:lvl4pPr marL="1183691" algn="l" defTabSz="789127" rtl="0" eaLnBrk="1" latinLnBrk="0" hangingPunct="1">
        <a:defRPr sz="1553" kern="1200">
          <a:solidFill>
            <a:schemeClr val="tx1"/>
          </a:solidFill>
          <a:latin typeface="+mn-lt"/>
          <a:ea typeface="+mn-ea"/>
          <a:cs typeface="+mn-cs"/>
        </a:defRPr>
      </a:lvl4pPr>
      <a:lvl5pPr marL="1578254" algn="l" defTabSz="789127" rtl="0" eaLnBrk="1" latinLnBrk="0" hangingPunct="1">
        <a:defRPr sz="1553" kern="1200">
          <a:solidFill>
            <a:schemeClr val="tx1"/>
          </a:solidFill>
          <a:latin typeface="+mn-lt"/>
          <a:ea typeface="+mn-ea"/>
          <a:cs typeface="+mn-cs"/>
        </a:defRPr>
      </a:lvl5pPr>
      <a:lvl6pPr marL="1972818" algn="l" defTabSz="789127" rtl="0" eaLnBrk="1" latinLnBrk="0" hangingPunct="1">
        <a:defRPr sz="1553" kern="1200">
          <a:solidFill>
            <a:schemeClr val="tx1"/>
          </a:solidFill>
          <a:latin typeface="+mn-lt"/>
          <a:ea typeface="+mn-ea"/>
          <a:cs typeface="+mn-cs"/>
        </a:defRPr>
      </a:lvl6pPr>
      <a:lvl7pPr marL="2367382" algn="l" defTabSz="789127" rtl="0" eaLnBrk="1" latinLnBrk="0" hangingPunct="1">
        <a:defRPr sz="1553" kern="1200">
          <a:solidFill>
            <a:schemeClr val="tx1"/>
          </a:solidFill>
          <a:latin typeface="+mn-lt"/>
          <a:ea typeface="+mn-ea"/>
          <a:cs typeface="+mn-cs"/>
        </a:defRPr>
      </a:lvl7pPr>
      <a:lvl8pPr marL="2761945" algn="l" defTabSz="789127" rtl="0" eaLnBrk="1" latinLnBrk="0" hangingPunct="1">
        <a:defRPr sz="1553" kern="1200">
          <a:solidFill>
            <a:schemeClr val="tx1"/>
          </a:solidFill>
          <a:latin typeface="+mn-lt"/>
          <a:ea typeface="+mn-ea"/>
          <a:cs typeface="+mn-cs"/>
        </a:defRPr>
      </a:lvl8pPr>
      <a:lvl9pPr marL="3156509" algn="l" defTabSz="789127" rtl="0" eaLnBrk="1" latinLnBrk="0" hangingPunct="1">
        <a:defRPr sz="15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4F1BA12-D685-0FC6-E0B7-38C0C4CADDBD}"/>
              </a:ext>
            </a:extLst>
          </p:cNvPr>
          <p:cNvSpPr/>
          <p:nvPr/>
        </p:nvSpPr>
        <p:spPr>
          <a:xfrm>
            <a:off x="0" y="0"/>
            <a:ext cx="16256000" cy="5918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CA926B98-EAD4-7E8E-FFB2-FD6ABB7D6C91}"/>
              </a:ext>
            </a:extLst>
          </p:cNvPr>
          <p:cNvSpPr/>
          <p:nvPr/>
        </p:nvSpPr>
        <p:spPr>
          <a:xfrm>
            <a:off x="254000" y="850900"/>
            <a:ext cx="8128000" cy="4953000"/>
          </a:xfrm>
          <a:prstGeom prst="roundRect">
            <a:avLst/>
          </a:prstGeom>
          <a:solidFill>
            <a:srgbClr val="F8FAFC">
              <a:alpha val="92000"/>
            </a:srgbClr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8F2CB09-2C84-78BE-2F61-065C1A7BBE41}"/>
              </a:ext>
            </a:extLst>
          </p:cNvPr>
          <p:cNvSpPr/>
          <p:nvPr/>
        </p:nvSpPr>
        <p:spPr>
          <a:xfrm>
            <a:off x="8597900" y="850900"/>
            <a:ext cx="7391400" cy="4953000"/>
          </a:xfrm>
          <a:prstGeom prst="roundRect">
            <a:avLst/>
          </a:prstGeom>
          <a:solidFill>
            <a:srgbClr val="FBFAFD">
              <a:alpha val="92000"/>
            </a:srgbClr>
          </a:solidFill>
          <a:ln w="1016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CA465D3-8A5F-49FB-F6BE-0425C513EE7D}"/>
              </a:ext>
            </a:extLst>
          </p:cNvPr>
          <p:cNvSpPr/>
          <p:nvPr/>
        </p:nvSpPr>
        <p:spPr>
          <a:xfrm>
            <a:off x="9055100" y="1358900"/>
            <a:ext cx="63500" cy="279400"/>
          </a:xfrm>
          <a:prstGeom prst="rect">
            <a:avLst/>
          </a:prstGeom>
          <a:solidFill>
            <a:srgbClr val="D770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D0164BE-086D-EB30-BCB2-97E433F04AD3}"/>
              </a:ext>
            </a:extLst>
          </p:cNvPr>
          <p:cNvSpPr txBox="1"/>
          <p:nvPr/>
        </p:nvSpPr>
        <p:spPr>
          <a:xfrm>
            <a:off x="9207500" y="1303218"/>
            <a:ext cx="1612900" cy="235962"/>
          </a:xfrm>
          <a:prstGeom prst="rect">
            <a:avLst/>
          </a:prstGeom>
          <a:noFill/>
        </p:spPr>
        <p:txBody>
          <a:bodyPr vert="horz" lIns="63500" tIns="25400" rIns="63500" bIns="25400" rtlCol="0" anchor="ctr">
            <a:spAutoFit/>
          </a:bodyPr>
          <a:lstStyle/>
          <a:p>
            <a:r>
              <a:rPr lang="zh-CN" altLang="en-US" sz="1200">
                <a:solidFill>
                  <a:srgbClr val="2D3748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输入模态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47D119-CC1B-669B-9A9E-3F2A73388491}"/>
              </a:ext>
            </a:extLst>
          </p:cNvPr>
          <p:cNvSpPr/>
          <p:nvPr/>
        </p:nvSpPr>
        <p:spPr>
          <a:xfrm>
            <a:off x="10922000" y="1358900"/>
            <a:ext cx="63500" cy="279400"/>
          </a:xfrm>
          <a:prstGeom prst="rect">
            <a:avLst/>
          </a:prstGeom>
          <a:solidFill>
            <a:srgbClr val="18978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74B7E0F-2D12-24AD-2884-1941E49D60FD}"/>
              </a:ext>
            </a:extLst>
          </p:cNvPr>
          <p:cNvSpPr txBox="1"/>
          <p:nvPr/>
        </p:nvSpPr>
        <p:spPr>
          <a:xfrm>
            <a:off x="11074400" y="1303218"/>
            <a:ext cx="1612900" cy="235962"/>
          </a:xfrm>
          <a:prstGeom prst="rect">
            <a:avLst/>
          </a:prstGeom>
          <a:noFill/>
        </p:spPr>
        <p:txBody>
          <a:bodyPr vert="horz" lIns="63500" tIns="25400" rIns="63500" bIns="25400" rtlCol="0" anchor="ctr">
            <a:spAutoFit/>
          </a:bodyPr>
          <a:lstStyle/>
          <a:p>
            <a:r>
              <a:rPr lang="zh-CN" altLang="en-US" sz="1200">
                <a:solidFill>
                  <a:srgbClr val="2D3748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模态内时序建模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6428668-735A-276B-E5C8-A6284D7328EE}"/>
              </a:ext>
            </a:extLst>
          </p:cNvPr>
          <p:cNvSpPr/>
          <p:nvPr/>
        </p:nvSpPr>
        <p:spPr>
          <a:xfrm>
            <a:off x="9055100" y="2019300"/>
            <a:ext cx="63500" cy="279400"/>
          </a:xfrm>
          <a:prstGeom prst="rect">
            <a:avLst/>
          </a:prstGeom>
          <a:solidFill>
            <a:srgbClr val="B884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21531F8-AC57-EB09-5CBC-CC349AB9E9EC}"/>
              </a:ext>
            </a:extLst>
          </p:cNvPr>
          <p:cNvSpPr txBox="1"/>
          <p:nvPr/>
        </p:nvSpPr>
        <p:spPr>
          <a:xfrm>
            <a:off x="9207500" y="1963618"/>
            <a:ext cx="1612900" cy="235962"/>
          </a:xfrm>
          <a:prstGeom prst="rect">
            <a:avLst/>
          </a:prstGeom>
          <a:noFill/>
        </p:spPr>
        <p:txBody>
          <a:bodyPr vert="horz" lIns="63500" tIns="25400" rIns="63500" bIns="25400" rtlCol="0" anchor="ctr">
            <a:spAutoFit/>
          </a:bodyPr>
          <a:lstStyle/>
          <a:p>
            <a:r>
              <a:rPr lang="zh-CN" altLang="en-US" sz="1200">
                <a:solidFill>
                  <a:srgbClr val="2D3748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样本级融合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7B47B15-C20A-DA88-AFEF-22958E26AF9D}"/>
              </a:ext>
            </a:extLst>
          </p:cNvPr>
          <p:cNvSpPr/>
          <p:nvPr/>
        </p:nvSpPr>
        <p:spPr>
          <a:xfrm>
            <a:off x="10922000" y="2019300"/>
            <a:ext cx="63500" cy="279400"/>
          </a:xfrm>
          <a:prstGeom prst="rect">
            <a:avLst/>
          </a:prstGeom>
          <a:solidFill>
            <a:srgbClr val="6F52A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CC32D09-3E86-06F8-C2F6-FFD3602E596F}"/>
              </a:ext>
            </a:extLst>
          </p:cNvPr>
          <p:cNvSpPr txBox="1"/>
          <p:nvPr/>
        </p:nvSpPr>
        <p:spPr>
          <a:xfrm>
            <a:off x="11074400" y="1963618"/>
            <a:ext cx="1612900" cy="235962"/>
          </a:xfrm>
          <a:prstGeom prst="rect">
            <a:avLst/>
          </a:prstGeom>
          <a:noFill/>
        </p:spPr>
        <p:txBody>
          <a:bodyPr vert="horz" lIns="63500" tIns="25400" rIns="63500" bIns="25400" rtlCol="0" anchor="ctr">
            <a:spAutoFit/>
          </a:bodyPr>
          <a:lstStyle/>
          <a:p>
            <a:r>
              <a:rPr lang="zh-CN" altLang="en-US" sz="1200">
                <a:solidFill>
                  <a:srgbClr val="2D3748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双任务输出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B78B9AF-7B5D-8EC4-F418-7E5B1D6011C0}"/>
              </a:ext>
            </a:extLst>
          </p:cNvPr>
          <p:cNvCxnSpPr/>
          <p:nvPr/>
        </p:nvCxnSpPr>
        <p:spPr>
          <a:xfrm>
            <a:off x="2311400" y="1790700"/>
            <a:ext cx="558800" cy="0"/>
          </a:xfrm>
          <a:prstGeom prst="straightConnector1">
            <a:avLst/>
          </a:prstGeom>
          <a:ln w="20320">
            <a:solidFill>
              <a:srgbClr val="94A3B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E21DC881-CA7F-B1AC-6ECF-C022E72C12A6}"/>
              </a:ext>
            </a:extLst>
          </p:cNvPr>
          <p:cNvCxnSpPr/>
          <p:nvPr/>
        </p:nvCxnSpPr>
        <p:spPr>
          <a:xfrm>
            <a:off x="5499100" y="1790700"/>
            <a:ext cx="469900" cy="0"/>
          </a:xfrm>
          <a:prstGeom prst="straightConnector1">
            <a:avLst/>
          </a:prstGeom>
          <a:ln w="20320">
            <a:solidFill>
              <a:srgbClr val="94A3B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10D6280E-15C6-B76D-9412-7A7F0F9A1482}"/>
              </a:ext>
            </a:extLst>
          </p:cNvPr>
          <p:cNvCxnSpPr/>
          <p:nvPr/>
        </p:nvCxnSpPr>
        <p:spPr>
          <a:xfrm>
            <a:off x="2311400" y="3505200"/>
            <a:ext cx="558800" cy="0"/>
          </a:xfrm>
          <a:prstGeom prst="straightConnector1">
            <a:avLst/>
          </a:prstGeom>
          <a:ln w="20320">
            <a:solidFill>
              <a:srgbClr val="94A3B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E69CB0C8-9F07-624F-55FD-918E1A39779E}"/>
              </a:ext>
            </a:extLst>
          </p:cNvPr>
          <p:cNvCxnSpPr/>
          <p:nvPr/>
        </p:nvCxnSpPr>
        <p:spPr>
          <a:xfrm>
            <a:off x="5499100" y="3505200"/>
            <a:ext cx="469900" cy="0"/>
          </a:xfrm>
          <a:prstGeom prst="straightConnector1">
            <a:avLst/>
          </a:prstGeom>
          <a:ln w="20320">
            <a:solidFill>
              <a:srgbClr val="94A3B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178C539-F77B-C36F-2C0D-E36FB38B4565}"/>
              </a:ext>
            </a:extLst>
          </p:cNvPr>
          <p:cNvCxnSpPr/>
          <p:nvPr/>
        </p:nvCxnSpPr>
        <p:spPr>
          <a:xfrm>
            <a:off x="2311400" y="5219700"/>
            <a:ext cx="558800" cy="0"/>
          </a:xfrm>
          <a:prstGeom prst="straightConnector1">
            <a:avLst/>
          </a:prstGeom>
          <a:ln w="20320">
            <a:solidFill>
              <a:srgbClr val="94A3B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5CF66662-7CB4-778E-9C84-9D519C147EAE}"/>
              </a:ext>
            </a:extLst>
          </p:cNvPr>
          <p:cNvCxnSpPr/>
          <p:nvPr/>
        </p:nvCxnSpPr>
        <p:spPr>
          <a:xfrm>
            <a:off x="5499100" y="5219700"/>
            <a:ext cx="469900" cy="0"/>
          </a:xfrm>
          <a:prstGeom prst="straightConnector1">
            <a:avLst/>
          </a:prstGeom>
          <a:ln w="20320">
            <a:solidFill>
              <a:srgbClr val="94A3B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B79979D9-8E71-77B1-6CBB-211E7D473E38}"/>
              </a:ext>
            </a:extLst>
          </p:cNvPr>
          <p:cNvCxnSpPr/>
          <p:nvPr/>
        </p:nvCxnSpPr>
        <p:spPr>
          <a:xfrm>
            <a:off x="8216900" y="1790700"/>
            <a:ext cx="635000" cy="1714500"/>
          </a:xfrm>
          <a:prstGeom prst="straightConnector1">
            <a:avLst/>
          </a:prstGeom>
          <a:ln w="21590">
            <a:solidFill>
              <a:srgbClr val="94A3B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B31FD2DA-BA1B-A3AB-057D-04161A5A4579}"/>
              </a:ext>
            </a:extLst>
          </p:cNvPr>
          <p:cNvCxnSpPr/>
          <p:nvPr/>
        </p:nvCxnSpPr>
        <p:spPr>
          <a:xfrm>
            <a:off x="8216900" y="3505200"/>
            <a:ext cx="635000" cy="0"/>
          </a:xfrm>
          <a:prstGeom prst="straightConnector1">
            <a:avLst/>
          </a:prstGeom>
          <a:ln w="21590">
            <a:solidFill>
              <a:srgbClr val="94A3B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AFCEE064-ED93-385F-BC86-B660063D78C2}"/>
              </a:ext>
            </a:extLst>
          </p:cNvPr>
          <p:cNvCxnSpPr/>
          <p:nvPr/>
        </p:nvCxnSpPr>
        <p:spPr>
          <a:xfrm flipV="1">
            <a:off x="8216900" y="3505200"/>
            <a:ext cx="635000" cy="1714500"/>
          </a:xfrm>
          <a:prstGeom prst="straightConnector1">
            <a:avLst/>
          </a:prstGeom>
          <a:ln w="21590">
            <a:solidFill>
              <a:srgbClr val="94A3B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2BD778EB-AFF4-33E4-6C2E-06BE14ADB115}"/>
              </a:ext>
            </a:extLst>
          </p:cNvPr>
          <p:cNvCxnSpPr/>
          <p:nvPr/>
        </p:nvCxnSpPr>
        <p:spPr>
          <a:xfrm>
            <a:off x="10833100" y="3505200"/>
            <a:ext cx="482600" cy="0"/>
          </a:xfrm>
          <a:prstGeom prst="straightConnector1">
            <a:avLst/>
          </a:prstGeom>
          <a:ln w="22860">
            <a:solidFill>
              <a:srgbClr val="94A3B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94D57572-64ED-DA09-DD98-837685EF059D}"/>
              </a:ext>
            </a:extLst>
          </p:cNvPr>
          <p:cNvCxnSpPr/>
          <p:nvPr/>
        </p:nvCxnSpPr>
        <p:spPr>
          <a:xfrm flipV="1">
            <a:off x="13449300" y="2311400"/>
            <a:ext cx="469900" cy="1193800"/>
          </a:xfrm>
          <a:prstGeom prst="straightConnector1">
            <a:avLst/>
          </a:prstGeom>
          <a:ln w="21590">
            <a:solidFill>
              <a:srgbClr val="94A3B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C30C5E17-531B-C48D-521E-8C3BF12776F8}"/>
              </a:ext>
            </a:extLst>
          </p:cNvPr>
          <p:cNvCxnSpPr/>
          <p:nvPr/>
        </p:nvCxnSpPr>
        <p:spPr>
          <a:xfrm>
            <a:off x="13449300" y="3505200"/>
            <a:ext cx="469900" cy="1447800"/>
          </a:xfrm>
          <a:prstGeom prst="straightConnector1">
            <a:avLst/>
          </a:prstGeom>
          <a:ln w="21590">
            <a:solidFill>
              <a:srgbClr val="94A3B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E9A5D2E1-86D3-4CE6-F646-C1BBC06FDBEE}"/>
              </a:ext>
            </a:extLst>
          </p:cNvPr>
          <p:cNvSpPr/>
          <p:nvPr/>
        </p:nvSpPr>
        <p:spPr>
          <a:xfrm>
            <a:off x="431800" y="1270000"/>
            <a:ext cx="1879600" cy="1041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770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4560AB7-F5A0-1CE3-FC88-ED5610B6883C}"/>
              </a:ext>
            </a:extLst>
          </p:cNvPr>
          <p:cNvSpPr/>
          <p:nvPr/>
        </p:nvSpPr>
        <p:spPr>
          <a:xfrm>
            <a:off x="431800" y="1270000"/>
            <a:ext cx="127000" cy="1041400"/>
          </a:xfrm>
          <a:prstGeom prst="rect">
            <a:avLst/>
          </a:prstGeom>
          <a:solidFill>
            <a:srgbClr val="D770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7F072898-C752-70A2-5BD2-F2D23743EAC3}"/>
              </a:ext>
            </a:extLst>
          </p:cNvPr>
          <p:cNvSpPr/>
          <p:nvPr/>
        </p:nvSpPr>
        <p:spPr>
          <a:xfrm>
            <a:off x="711200" y="1498600"/>
            <a:ext cx="546100" cy="546100"/>
          </a:xfrm>
          <a:prstGeom prst="ellipse">
            <a:avLst/>
          </a:prstGeom>
          <a:solidFill>
            <a:srgbClr val="FCEDE8"/>
          </a:solidFill>
          <a:ln w="15240">
            <a:solidFill>
              <a:srgbClr val="D770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r>
              <a:rPr lang="en-US" altLang="zh-CN" sz="1700" b="1">
                <a:solidFill>
                  <a:srgbClr val="D7704C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T</a:t>
            </a:r>
            <a:endParaRPr lang="zh-CN" altLang="en-US" sz="1700" b="1">
              <a:solidFill>
                <a:srgbClr val="D7704C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45D4475-0107-F47F-21A1-FF6DACC29229}"/>
              </a:ext>
            </a:extLst>
          </p:cNvPr>
          <p:cNvSpPr txBox="1"/>
          <p:nvPr/>
        </p:nvSpPr>
        <p:spPr>
          <a:xfrm>
            <a:off x="1371600" y="1468318"/>
            <a:ext cx="800100" cy="266740"/>
          </a:xfrm>
          <a:prstGeom prst="rect">
            <a:avLst/>
          </a:prstGeom>
          <a:noFill/>
        </p:spPr>
        <p:txBody>
          <a:bodyPr vert="horz" lIns="63500" tIns="25400" rIns="63500" bIns="25400" rtlCol="0" anchor="ctr">
            <a:spAutoFit/>
          </a:bodyPr>
          <a:lstStyle/>
          <a:p>
            <a:pPr algn="ctr"/>
            <a:r>
              <a:rPr lang="zh-CN" altLang="en-US" sz="1400" b="1">
                <a:solidFill>
                  <a:srgbClr val="2A3547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文本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7DF9271-2252-3BF5-A11B-BBE59E7FA77C}"/>
              </a:ext>
            </a:extLst>
          </p:cNvPr>
          <p:cNvSpPr txBox="1"/>
          <p:nvPr/>
        </p:nvSpPr>
        <p:spPr>
          <a:xfrm>
            <a:off x="1371600" y="1836618"/>
            <a:ext cx="800100" cy="205184"/>
          </a:xfrm>
          <a:prstGeom prst="rect">
            <a:avLst/>
          </a:prstGeom>
          <a:noFill/>
        </p:spPr>
        <p:txBody>
          <a:bodyPr vert="horz" lIns="63500" tIns="25400" rIns="63500" bIns="25400" rtlCol="0" anchor="ctr">
            <a:spAutoFit/>
          </a:bodyPr>
          <a:lstStyle/>
          <a:p>
            <a:pPr algn="ctr"/>
            <a:r>
              <a:rPr lang="en-US" altLang="zh-CN" sz="1000">
                <a:solidFill>
                  <a:srgbClr val="64748B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768</a:t>
            </a:r>
            <a:r>
              <a:rPr lang="zh-CN" altLang="en-US" sz="1000">
                <a:solidFill>
                  <a:srgbClr val="64748B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维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BA0AB3AB-2737-630E-A470-2B6D55FAEC23}"/>
              </a:ext>
            </a:extLst>
          </p:cNvPr>
          <p:cNvSpPr/>
          <p:nvPr/>
        </p:nvSpPr>
        <p:spPr>
          <a:xfrm>
            <a:off x="431800" y="2984500"/>
            <a:ext cx="1879600" cy="1041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897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E1A123D-220A-CF49-C901-33FFC7041096}"/>
              </a:ext>
            </a:extLst>
          </p:cNvPr>
          <p:cNvSpPr/>
          <p:nvPr/>
        </p:nvSpPr>
        <p:spPr>
          <a:xfrm>
            <a:off x="431800" y="2984500"/>
            <a:ext cx="127000" cy="1041400"/>
          </a:xfrm>
          <a:prstGeom prst="rect">
            <a:avLst/>
          </a:prstGeom>
          <a:solidFill>
            <a:srgbClr val="18978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A0B82779-6331-1DCF-4F69-512AFE5038FD}"/>
              </a:ext>
            </a:extLst>
          </p:cNvPr>
          <p:cNvSpPr/>
          <p:nvPr/>
        </p:nvSpPr>
        <p:spPr>
          <a:xfrm>
            <a:off x="711200" y="3213100"/>
            <a:ext cx="546100" cy="546100"/>
          </a:xfrm>
          <a:prstGeom prst="ellipse">
            <a:avLst/>
          </a:prstGeom>
          <a:solidFill>
            <a:srgbClr val="E4F7F4"/>
          </a:solidFill>
          <a:ln w="15240">
            <a:solidFill>
              <a:srgbClr val="1897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r>
              <a:rPr lang="en-US" altLang="zh-CN" sz="1700" b="1">
                <a:solidFill>
                  <a:srgbClr val="18978B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</a:t>
            </a:r>
            <a:endParaRPr lang="zh-CN" altLang="en-US" sz="1700" b="1">
              <a:solidFill>
                <a:srgbClr val="18978B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987EFDF-6DB7-3BEC-FA83-433558841DEB}"/>
              </a:ext>
            </a:extLst>
          </p:cNvPr>
          <p:cNvSpPr txBox="1"/>
          <p:nvPr/>
        </p:nvSpPr>
        <p:spPr>
          <a:xfrm>
            <a:off x="1371600" y="3182818"/>
            <a:ext cx="800100" cy="266740"/>
          </a:xfrm>
          <a:prstGeom prst="rect">
            <a:avLst/>
          </a:prstGeom>
          <a:noFill/>
        </p:spPr>
        <p:txBody>
          <a:bodyPr vert="horz" lIns="63500" tIns="25400" rIns="63500" bIns="25400" rtlCol="0" anchor="ctr">
            <a:spAutoFit/>
          </a:bodyPr>
          <a:lstStyle/>
          <a:p>
            <a:pPr algn="ctr"/>
            <a:r>
              <a:rPr lang="zh-CN" altLang="en-US" sz="1400" b="1">
                <a:solidFill>
                  <a:srgbClr val="2A3547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语音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BFD0B0B-0D62-B2DF-B87A-FF16349BCE90}"/>
              </a:ext>
            </a:extLst>
          </p:cNvPr>
          <p:cNvSpPr txBox="1"/>
          <p:nvPr/>
        </p:nvSpPr>
        <p:spPr>
          <a:xfrm>
            <a:off x="1371600" y="3551118"/>
            <a:ext cx="800100" cy="205184"/>
          </a:xfrm>
          <a:prstGeom prst="rect">
            <a:avLst/>
          </a:prstGeom>
          <a:noFill/>
        </p:spPr>
        <p:txBody>
          <a:bodyPr vert="horz" lIns="63500" tIns="25400" rIns="63500" bIns="25400" rtlCol="0" anchor="ctr">
            <a:spAutoFit/>
          </a:bodyPr>
          <a:lstStyle/>
          <a:p>
            <a:pPr algn="ctr"/>
            <a:r>
              <a:rPr lang="en-US" altLang="zh-CN" sz="1000">
                <a:solidFill>
                  <a:srgbClr val="64748B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74</a:t>
            </a:r>
            <a:r>
              <a:rPr lang="zh-CN" altLang="en-US" sz="1000">
                <a:solidFill>
                  <a:srgbClr val="64748B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维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5ABD43E4-2285-2ACC-28D0-BA83B08FE0D2}"/>
              </a:ext>
            </a:extLst>
          </p:cNvPr>
          <p:cNvSpPr/>
          <p:nvPr/>
        </p:nvSpPr>
        <p:spPr>
          <a:xfrm>
            <a:off x="431800" y="4699000"/>
            <a:ext cx="1879600" cy="1041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767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50C81CC-D6B2-3F94-7DFB-DD36DF682EFF}"/>
              </a:ext>
            </a:extLst>
          </p:cNvPr>
          <p:cNvSpPr/>
          <p:nvPr/>
        </p:nvSpPr>
        <p:spPr>
          <a:xfrm>
            <a:off x="431800" y="4699000"/>
            <a:ext cx="127000" cy="1041400"/>
          </a:xfrm>
          <a:prstGeom prst="rect">
            <a:avLst/>
          </a:prstGeom>
          <a:solidFill>
            <a:srgbClr val="3767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02ABE95C-BEA6-E5B5-7E04-B3B98C5B621A}"/>
              </a:ext>
            </a:extLst>
          </p:cNvPr>
          <p:cNvSpPr/>
          <p:nvPr/>
        </p:nvSpPr>
        <p:spPr>
          <a:xfrm>
            <a:off x="711200" y="4927600"/>
            <a:ext cx="546100" cy="546100"/>
          </a:xfrm>
          <a:prstGeom prst="ellipse">
            <a:avLst/>
          </a:prstGeom>
          <a:solidFill>
            <a:srgbClr val="E8F1FC"/>
          </a:solidFill>
          <a:ln w="15240">
            <a:solidFill>
              <a:srgbClr val="3767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r>
              <a:rPr lang="en-US" altLang="zh-CN" sz="1700" b="1">
                <a:solidFill>
                  <a:srgbClr val="3767A6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V</a:t>
            </a:r>
            <a:endParaRPr lang="zh-CN" altLang="en-US" sz="1700" b="1">
              <a:solidFill>
                <a:srgbClr val="3767A6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0575231-76E2-E83A-BC21-4B295EA69B94}"/>
              </a:ext>
            </a:extLst>
          </p:cNvPr>
          <p:cNvSpPr txBox="1"/>
          <p:nvPr/>
        </p:nvSpPr>
        <p:spPr>
          <a:xfrm>
            <a:off x="1371600" y="4897318"/>
            <a:ext cx="800100" cy="266740"/>
          </a:xfrm>
          <a:prstGeom prst="rect">
            <a:avLst/>
          </a:prstGeom>
          <a:noFill/>
        </p:spPr>
        <p:txBody>
          <a:bodyPr vert="horz" lIns="63500" tIns="25400" rIns="63500" bIns="25400" rtlCol="0" anchor="ctr">
            <a:spAutoFit/>
          </a:bodyPr>
          <a:lstStyle/>
          <a:p>
            <a:pPr algn="ctr"/>
            <a:r>
              <a:rPr lang="zh-CN" altLang="en-US" sz="1400" b="1">
                <a:solidFill>
                  <a:srgbClr val="2A3547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视觉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A6D9034-6CA6-8A97-C919-578E52857FCC}"/>
              </a:ext>
            </a:extLst>
          </p:cNvPr>
          <p:cNvSpPr txBox="1"/>
          <p:nvPr/>
        </p:nvSpPr>
        <p:spPr>
          <a:xfrm>
            <a:off x="1371600" y="5265618"/>
            <a:ext cx="800100" cy="205184"/>
          </a:xfrm>
          <a:prstGeom prst="rect">
            <a:avLst/>
          </a:prstGeom>
          <a:noFill/>
        </p:spPr>
        <p:txBody>
          <a:bodyPr vert="horz" lIns="63500" tIns="25400" rIns="63500" bIns="25400" rtlCol="0" anchor="ctr">
            <a:spAutoFit/>
          </a:bodyPr>
          <a:lstStyle/>
          <a:p>
            <a:pPr algn="ctr"/>
            <a:r>
              <a:rPr lang="en-US" altLang="zh-CN" sz="1000">
                <a:solidFill>
                  <a:srgbClr val="64748B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35</a:t>
            </a:r>
            <a:r>
              <a:rPr lang="zh-CN" altLang="en-US" sz="1000">
                <a:solidFill>
                  <a:srgbClr val="64748B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维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FB276A15-859F-415B-309B-B2725D5445C4}"/>
              </a:ext>
            </a:extLst>
          </p:cNvPr>
          <p:cNvSpPr/>
          <p:nvPr/>
        </p:nvSpPr>
        <p:spPr>
          <a:xfrm>
            <a:off x="2870200" y="1270000"/>
            <a:ext cx="2628900" cy="104140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D770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6309ADF-5CD3-328E-2210-12F6545199A0}"/>
              </a:ext>
            </a:extLst>
          </p:cNvPr>
          <p:cNvSpPr/>
          <p:nvPr/>
        </p:nvSpPr>
        <p:spPr>
          <a:xfrm>
            <a:off x="2870200" y="1270000"/>
            <a:ext cx="2628900" cy="88900"/>
          </a:xfrm>
          <a:prstGeom prst="rect">
            <a:avLst/>
          </a:prstGeom>
          <a:solidFill>
            <a:srgbClr val="D770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60FD24D-327D-7F0D-5BB3-212046D13DB2}"/>
              </a:ext>
            </a:extLst>
          </p:cNvPr>
          <p:cNvSpPr txBox="1"/>
          <p:nvPr/>
        </p:nvSpPr>
        <p:spPr>
          <a:xfrm>
            <a:off x="3035300" y="1506418"/>
            <a:ext cx="2298700" cy="266740"/>
          </a:xfrm>
          <a:prstGeom prst="rect">
            <a:avLst/>
          </a:prstGeom>
          <a:noFill/>
        </p:spPr>
        <p:txBody>
          <a:bodyPr vert="horz" lIns="63500" tIns="25400" rIns="63500" bIns="25400" rtlCol="0" anchor="ctr">
            <a:spAutoFit/>
          </a:bodyPr>
          <a:lstStyle/>
          <a:p>
            <a:pPr algn="ctr"/>
            <a:r>
              <a:rPr lang="zh-CN" altLang="en-US" sz="1400" b="1">
                <a:solidFill>
                  <a:srgbClr val="2A3547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两层双向 </a:t>
            </a:r>
            <a:r>
              <a:rPr lang="en-US" altLang="zh-CN" sz="1400" b="1">
                <a:solidFill>
                  <a:srgbClr val="2A3547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GRU</a:t>
            </a:r>
            <a:endParaRPr lang="zh-CN" altLang="en-US" sz="1400" b="1">
              <a:solidFill>
                <a:srgbClr val="2A3547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F23D20F-86CC-E507-B502-D68814FB9845}"/>
              </a:ext>
            </a:extLst>
          </p:cNvPr>
          <p:cNvSpPr txBox="1"/>
          <p:nvPr/>
        </p:nvSpPr>
        <p:spPr>
          <a:xfrm>
            <a:off x="3035300" y="1862018"/>
            <a:ext cx="2298700" cy="205184"/>
          </a:xfrm>
          <a:prstGeom prst="rect">
            <a:avLst/>
          </a:prstGeom>
          <a:noFill/>
        </p:spPr>
        <p:txBody>
          <a:bodyPr vert="horz" lIns="63500" tIns="25400" rIns="63500" bIns="25400" rtlCol="0" anchor="ctr">
            <a:spAutoFit/>
          </a:bodyPr>
          <a:lstStyle/>
          <a:p>
            <a:pPr algn="ctr"/>
            <a:r>
              <a:rPr lang="zh-CN" altLang="en-US" sz="1000">
                <a:solidFill>
                  <a:srgbClr val="64748B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保留有效窗口的时间依赖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9532CD78-635E-9F8F-EF92-925D73557A9B}"/>
              </a:ext>
            </a:extLst>
          </p:cNvPr>
          <p:cNvSpPr/>
          <p:nvPr/>
        </p:nvSpPr>
        <p:spPr>
          <a:xfrm>
            <a:off x="3136900" y="2108200"/>
            <a:ext cx="660400" cy="127000"/>
          </a:xfrm>
          <a:prstGeom prst="roundRect">
            <a:avLst/>
          </a:prstGeom>
          <a:solidFill>
            <a:srgbClr val="FCEDE8"/>
          </a:solidFill>
          <a:ln w="8890">
            <a:solidFill>
              <a:srgbClr val="D770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DECB88DB-42BB-FF2B-1520-CBCE0C5FE1E1}"/>
              </a:ext>
            </a:extLst>
          </p:cNvPr>
          <p:cNvSpPr/>
          <p:nvPr/>
        </p:nvSpPr>
        <p:spPr>
          <a:xfrm>
            <a:off x="3987800" y="2108200"/>
            <a:ext cx="660400" cy="127000"/>
          </a:xfrm>
          <a:prstGeom prst="roundRect">
            <a:avLst/>
          </a:prstGeom>
          <a:solidFill>
            <a:srgbClr val="FCEDE8"/>
          </a:solidFill>
          <a:ln w="8890">
            <a:solidFill>
              <a:srgbClr val="D770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DD8F90B4-ECF8-7742-90AA-9534C42CAEDC}"/>
              </a:ext>
            </a:extLst>
          </p:cNvPr>
          <p:cNvSpPr/>
          <p:nvPr/>
        </p:nvSpPr>
        <p:spPr>
          <a:xfrm>
            <a:off x="2870200" y="2984500"/>
            <a:ext cx="2628900" cy="104140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1897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24D3725-395C-7AF4-9213-F7B96A4E8205}"/>
              </a:ext>
            </a:extLst>
          </p:cNvPr>
          <p:cNvSpPr/>
          <p:nvPr/>
        </p:nvSpPr>
        <p:spPr>
          <a:xfrm>
            <a:off x="2870200" y="2984500"/>
            <a:ext cx="2628900" cy="88900"/>
          </a:xfrm>
          <a:prstGeom prst="rect">
            <a:avLst/>
          </a:prstGeom>
          <a:solidFill>
            <a:srgbClr val="18978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24BCCB14-E00F-3A86-8E5D-BDB355DE75D5}"/>
              </a:ext>
            </a:extLst>
          </p:cNvPr>
          <p:cNvSpPr txBox="1"/>
          <p:nvPr/>
        </p:nvSpPr>
        <p:spPr>
          <a:xfrm>
            <a:off x="3035300" y="3220918"/>
            <a:ext cx="2298700" cy="266740"/>
          </a:xfrm>
          <a:prstGeom prst="rect">
            <a:avLst/>
          </a:prstGeom>
          <a:noFill/>
        </p:spPr>
        <p:txBody>
          <a:bodyPr vert="horz" lIns="63500" tIns="25400" rIns="63500" bIns="25400" rtlCol="0" anchor="ctr">
            <a:spAutoFit/>
          </a:bodyPr>
          <a:lstStyle/>
          <a:p>
            <a:pPr algn="ctr"/>
            <a:r>
              <a:rPr lang="zh-CN" altLang="en-US" sz="1400" b="1">
                <a:solidFill>
                  <a:srgbClr val="2A3547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两层双向 </a:t>
            </a:r>
            <a:r>
              <a:rPr lang="en-US" altLang="zh-CN" sz="1400" b="1">
                <a:solidFill>
                  <a:srgbClr val="2A3547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GRU</a:t>
            </a:r>
            <a:endParaRPr lang="zh-CN" altLang="en-US" sz="1400" b="1">
              <a:solidFill>
                <a:srgbClr val="2A3547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22DDF742-A906-11F0-FCD4-53BC125461A3}"/>
              </a:ext>
            </a:extLst>
          </p:cNvPr>
          <p:cNvSpPr txBox="1"/>
          <p:nvPr/>
        </p:nvSpPr>
        <p:spPr>
          <a:xfrm>
            <a:off x="3035300" y="3576518"/>
            <a:ext cx="2298700" cy="205184"/>
          </a:xfrm>
          <a:prstGeom prst="rect">
            <a:avLst/>
          </a:prstGeom>
          <a:noFill/>
        </p:spPr>
        <p:txBody>
          <a:bodyPr vert="horz" lIns="63500" tIns="25400" rIns="63500" bIns="25400" rtlCol="0" anchor="ctr">
            <a:spAutoFit/>
          </a:bodyPr>
          <a:lstStyle/>
          <a:p>
            <a:pPr algn="ctr"/>
            <a:r>
              <a:rPr lang="zh-CN" altLang="en-US" sz="1000">
                <a:solidFill>
                  <a:srgbClr val="64748B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保留有效窗口的时间依赖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D6181688-8039-A45A-F1DA-59663202FD16}"/>
              </a:ext>
            </a:extLst>
          </p:cNvPr>
          <p:cNvSpPr/>
          <p:nvPr/>
        </p:nvSpPr>
        <p:spPr>
          <a:xfrm>
            <a:off x="3136900" y="3822700"/>
            <a:ext cx="660400" cy="127000"/>
          </a:xfrm>
          <a:prstGeom prst="roundRect">
            <a:avLst/>
          </a:prstGeom>
          <a:solidFill>
            <a:srgbClr val="E4F7F4"/>
          </a:solidFill>
          <a:ln w="8890">
            <a:solidFill>
              <a:srgbClr val="1897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BCD9412F-E944-B3B5-F30B-634B7330C2E7}"/>
              </a:ext>
            </a:extLst>
          </p:cNvPr>
          <p:cNvSpPr/>
          <p:nvPr/>
        </p:nvSpPr>
        <p:spPr>
          <a:xfrm>
            <a:off x="3987800" y="3822700"/>
            <a:ext cx="660400" cy="127000"/>
          </a:xfrm>
          <a:prstGeom prst="roundRect">
            <a:avLst/>
          </a:prstGeom>
          <a:solidFill>
            <a:srgbClr val="E4F7F4"/>
          </a:solidFill>
          <a:ln w="8890">
            <a:solidFill>
              <a:srgbClr val="1897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507E1E9B-EDD9-685D-4DD5-99F1CFAC90A6}"/>
              </a:ext>
            </a:extLst>
          </p:cNvPr>
          <p:cNvSpPr/>
          <p:nvPr/>
        </p:nvSpPr>
        <p:spPr>
          <a:xfrm>
            <a:off x="2870200" y="4699000"/>
            <a:ext cx="2628900" cy="104140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3767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CF6EC88-8EA3-42D8-5472-ABD749D7E5B8}"/>
              </a:ext>
            </a:extLst>
          </p:cNvPr>
          <p:cNvSpPr/>
          <p:nvPr/>
        </p:nvSpPr>
        <p:spPr>
          <a:xfrm>
            <a:off x="2870200" y="4699000"/>
            <a:ext cx="2628900" cy="88900"/>
          </a:xfrm>
          <a:prstGeom prst="rect">
            <a:avLst/>
          </a:prstGeom>
          <a:solidFill>
            <a:srgbClr val="3767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4B8451E0-7840-FA22-2754-7C5BA617804F}"/>
              </a:ext>
            </a:extLst>
          </p:cNvPr>
          <p:cNvSpPr txBox="1"/>
          <p:nvPr/>
        </p:nvSpPr>
        <p:spPr>
          <a:xfrm>
            <a:off x="3035300" y="4935418"/>
            <a:ext cx="2298700" cy="266740"/>
          </a:xfrm>
          <a:prstGeom prst="rect">
            <a:avLst/>
          </a:prstGeom>
          <a:noFill/>
        </p:spPr>
        <p:txBody>
          <a:bodyPr vert="horz" lIns="63500" tIns="25400" rIns="63500" bIns="25400" rtlCol="0" anchor="ctr">
            <a:spAutoFit/>
          </a:bodyPr>
          <a:lstStyle/>
          <a:p>
            <a:pPr algn="ctr"/>
            <a:r>
              <a:rPr lang="zh-CN" altLang="en-US" sz="1400" b="1">
                <a:solidFill>
                  <a:srgbClr val="2A3547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两层双向 </a:t>
            </a:r>
            <a:r>
              <a:rPr lang="en-US" altLang="zh-CN" sz="1400" b="1">
                <a:solidFill>
                  <a:srgbClr val="2A3547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GRU</a:t>
            </a:r>
            <a:endParaRPr lang="zh-CN" altLang="en-US" sz="1400" b="1">
              <a:solidFill>
                <a:srgbClr val="2A3547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B5BD235-A2B3-A9E2-6F1A-64C1B75ED906}"/>
              </a:ext>
            </a:extLst>
          </p:cNvPr>
          <p:cNvSpPr txBox="1"/>
          <p:nvPr/>
        </p:nvSpPr>
        <p:spPr>
          <a:xfrm>
            <a:off x="3035300" y="5291018"/>
            <a:ext cx="2298700" cy="205184"/>
          </a:xfrm>
          <a:prstGeom prst="rect">
            <a:avLst/>
          </a:prstGeom>
          <a:noFill/>
        </p:spPr>
        <p:txBody>
          <a:bodyPr vert="horz" lIns="63500" tIns="25400" rIns="63500" bIns="25400" rtlCol="0" anchor="ctr">
            <a:spAutoFit/>
          </a:bodyPr>
          <a:lstStyle/>
          <a:p>
            <a:pPr algn="ctr"/>
            <a:r>
              <a:rPr lang="zh-CN" altLang="en-US" sz="1000">
                <a:solidFill>
                  <a:srgbClr val="64748B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保留有效窗口的时间依赖</a:t>
            </a: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C40E09E9-F3AB-666C-28D4-09B429D764B9}"/>
              </a:ext>
            </a:extLst>
          </p:cNvPr>
          <p:cNvSpPr/>
          <p:nvPr/>
        </p:nvSpPr>
        <p:spPr>
          <a:xfrm>
            <a:off x="3136900" y="5537200"/>
            <a:ext cx="660400" cy="127000"/>
          </a:xfrm>
          <a:prstGeom prst="roundRect">
            <a:avLst/>
          </a:prstGeom>
          <a:solidFill>
            <a:srgbClr val="E8F1FC"/>
          </a:solidFill>
          <a:ln w="8890">
            <a:solidFill>
              <a:srgbClr val="3767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FF5E8C10-8FF1-87E8-B761-89D057BD5EB3}"/>
              </a:ext>
            </a:extLst>
          </p:cNvPr>
          <p:cNvSpPr/>
          <p:nvPr/>
        </p:nvSpPr>
        <p:spPr>
          <a:xfrm>
            <a:off x="3987800" y="5537200"/>
            <a:ext cx="660400" cy="127000"/>
          </a:xfrm>
          <a:prstGeom prst="roundRect">
            <a:avLst/>
          </a:prstGeom>
          <a:solidFill>
            <a:srgbClr val="E8F1FC"/>
          </a:solidFill>
          <a:ln w="8890">
            <a:solidFill>
              <a:srgbClr val="3767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1A6ABD42-87F4-2E55-B0DF-940D339D4671}"/>
              </a:ext>
            </a:extLst>
          </p:cNvPr>
          <p:cNvSpPr/>
          <p:nvPr/>
        </p:nvSpPr>
        <p:spPr>
          <a:xfrm>
            <a:off x="5969000" y="1270000"/>
            <a:ext cx="2247900" cy="104140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D770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57E2A4AA-EE7A-7167-534F-59C8AFC9312C}"/>
              </a:ext>
            </a:extLst>
          </p:cNvPr>
          <p:cNvSpPr/>
          <p:nvPr/>
        </p:nvSpPr>
        <p:spPr>
          <a:xfrm>
            <a:off x="5969000" y="1270000"/>
            <a:ext cx="2247900" cy="88900"/>
          </a:xfrm>
          <a:prstGeom prst="rect">
            <a:avLst/>
          </a:prstGeom>
          <a:solidFill>
            <a:srgbClr val="D770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9B0EB0D9-E970-B5DB-FC4B-00A6F8484B8A}"/>
              </a:ext>
            </a:extLst>
          </p:cNvPr>
          <p:cNvSpPr txBox="1"/>
          <p:nvPr/>
        </p:nvSpPr>
        <p:spPr>
          <a:xfrm>
            <a:off x="6134100" y="1506418"/>
            <a:ext cx="1917700" cy="266740"/>
          </a:xfrm>
          <a:prstGeom prst="rect">
            <a:avLst/>
          </a:prstGeom>
          <a:noFill/>
        </p:spPr>
        <p:txBody>
          <a:bodyPr vert="horz" lIns="63500" tIns="25400" rIns="63500" bIns="25400" rtlCol="0" anchor="ctr">
            <a:spAutoFit/>
          </a:bodyPr>
          <a:lstStyle/>
          <a:p>
            <a:pPr algn="ctr"/>
            <a:r>
              <a:rPr lang="zh-CN" altLang="en-US" sz="1400" b="1">
                <a:solidFill>
                  <a:srgbClr val="2A3547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时间注意力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AB9B14F-A7F9-FD61-08B1-FC597EE7973D}"/>
              </a:ext>
            </a:extLst>
          </p:cNvPr>
          <p:cNvSpPr txBox="1"/>
          <p:nvPr/>
        </p:nvSpPr>
        <p:spPr>
          <a:xfrm>
            <a:off x="6134100" y="1862018"/>
            <a:ext cx="1917700" cy="205184"/>
          </a:xfrm>
          <a:prstGeom prst="rect">
            <a:avLst/>
          </a:prstGeom>
          <a:noFill/>
        </p:spPr>
        <p:txBody>
          <a:bodyPr vert="horz" lIns="63500" tIns="25400" rIns="63500" bIns="25400" rtlCol="0" anchor="ctr">
            <a:spAutoFit/>
          </a:bodyPr>
          <a:lstStyle/>
          <a:p>
            <a:pPr algn="ctr"/>
            <a:r>
              <a:rPr lang="zh-CN" altLang="en-US" sz="1000">
                <a:solidFill>
                  <a:srgbClr val="64748B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聚合关键时间窗口</a:t>
            </a:r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FC100954-1E8B-87BB-384A-976FFCC3DEF9}"/>
              </a:ext>
            </a:extLst>
          </p:cNvPr>
          <p:cNvSpPr/>
          <p:nvPr/>
        </p:nvSpPr>
        <p:spPr>
          <a:xfrm>
            <a:off x="6413500" y="2120900"/>
            <a:ext cx="127000" cy="127000"/>
          </a:xfrm>
          <a:prstGeom prst="ellipse">
            <a:avLst/>
          </a:prstGeom>
          <a:solidFill>
            <a:srgbClr val="FCEDE8"/>
          </a:solidFill>
          <a:ln w="8890">
            <a:solidFill>
              <a:srgbClr val="D770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A0C8739D-27B0-7724-31BB-460A8D314AF4}"/>
              </a:ext>
            </a:extLst>
          </p:cNvPr>
          <p:cNvSpPr/>
          <p:nvPr/>
        </p:nvSpPr>
        <p:spPr>
          <a:xfrm>
            <a:off x="6718300" y="2082800"/>
            <a:ext cx="127000" cy="127000"/>
          </a:xfrm>
          <a:prstGeom prst="ellipse">
            <a:avLst/>
          </a:prstGeom>
          <a:solidFill>
            <a:srgbClr val="FCEDE8"/>
          </a:solidFill>
          <a:ln w="8890">
            <a:solidFill>
              <a:srgbClr val="D770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41CCCB2B-8A93-971B-6F3A-FB362DA7DA62}"/>
              </a:ext>
            </a:extLst>
          </p:cNvPr>
          <p:cNvSpPr/>
          <p:nvPr/>
        </p:nvSpPr>
        <p:spPr>
          <a:xfrm>
            <a:off x="7023100" y="2120900"/>
            <a:ext cx="127000" cy="127000"/>
          </a:xfrm>
          <a:prstGeom prst="ellipse">
            <a:avLst/>
          </a:prstGeom>
          <a:solidFill>
            <a:srgbClr val="D7704C"/>
          </a:solidFill>
          <a:ln w="8890">
            <a:solidFill>
              <a:srgbClr val="D770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C347663A-0253-344A-0A64-E9AB786AECEF}"/>
              </a:ext>
            </a:extLst>
          </p:cNvPr>
          <p:cNvSpPr/>
          <p:nvPr/>
        </p:nvSpPr>
        <p:spPr>
          <a:xfrm>
            <a:off x="7327900" y="2082800"/>
            <a:ext cx="127000" cy="127000"/>
          </a:xfrm>
          <a:prstGeom prst="ellipse">
            <a:avLst/>
          </a:prstGeom>
          <a:solidFill>
            <a:srgbClr val="FCEDE8"/>
          </a:solidFill>
          <a:ln w="8890">
            <a:solidFill>
              <a:srgbClr val="D770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870B874D-B886-20F1-F782-5F8889961726}"/>
              </a:ext>
            </a:extLst>
          </p:cNvPr>
          <p:cNvSpPr/>
          <p:nvPr/>
        </p:nvSpPr>
        <p:spPr>
          <a:xfrm>
            <a:off x="7632700" y="2120900"/>
            <a:ext cx="127000" cy="127000"/>
          </a:xfrm>
          <a:prstGeom prst="ellipse">
            <a:avLst/>
          </a:prstGeom>
          <a:solidFill>
            <a:srgbClr val="FCEDE8"/>
          </a:solidFill>
          <a:ln w="8890">
            <a:solidFill>
              <a:srgbClr val="D770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7314C032-B5D3-022E-0D4F-2761BA49C490}"/>
              </a:ext>
            </a:extLst>
          </p:cNvPr>
          <p:cNvCxnSpPr/>
          <p:nvPr/>
        </p:nvCxnSpPr>
        <p:spPr>
          <a:xfrm>
            <a:off x="6553200" y="2184400"/>
            <a:ext cx="1308100" cy="0"/>
          </a:xfrm>
          <a:prstGeom prst="straightConnector1">
            <a:avLst/>
          </a:prstGeom>
          <a:ln w="8890">
            <a:solidFill>
              <a:srgbClr val="D7704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E74FAA68-885E-5642-DEAD-F925D705A784}"/>
              </a:ext>
            </a:extLst>
          </p:cNvPr>
          <p:cNvSpPr/>
          <p:nvPr/>
        </p:nvSpPr>
        <p:spPr>
          <a:xfrm>
            <a:off x="5969000" y="2984500"/>
            <a:ext cx="2247900" cy="104140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1897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6F28F945-1E51-A4F9-74F6-45A1378DDBF4}"/>
              </a:ext>
            </a:extLst>
          </p:cNvPr>
          <p:cNvSpPr/>
          <p:nvPr/>
        </p:nvSpPr>
        <p:spPr>
          <a:xfrm>
            <a:off x="5969000" y="2984500"/>
            <a:ext cx="2247900" cy="88900"/>
          </a:xfrm>
          <a:prstGeom prst="rect">
            <a:avLst/>
          </a:prstGeom>
          <a:solidFill>
            <a:srgbClr val="18978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F3049C0A-A9E7-9D77-6E23-29A1284674AC}"/>
              </a:ext>
            </a:extLst>
          </p:cNvPr>
          <p:cNvSpPr txBox="1"/>
          <p:nvPr/>
        </p:nvSpPr>
        <p:spPr>
          <a:xfrm>
            <a:off x="6134100" y="3220918"/>
            <a:ext cx="1917700" cy="266740"/>
          </a:xfrm>
          <a:prstGeom prst="rect">
            <a:avLst/>
          </a:prstGeom>
          <a:noFill/>
        </p:spPr>
        <p:txBody>
          <a:bodyPr vert="horz" lIns="63500" tIns="25400" rIns="63500" bIns="25400" rtlCol="0" anchor="ctr">
            <a:spAutoFit/>
          </a:bodyPr>
          <a:lstStyle/>
          <a:p>
            <a:pPr algn="ctr"/>
            <a:r>
              <a:rPr lang="zh-CN" altLang="en-US" sz="1400" b="1">
                <a:solidFill>
                  <a:srgbClr val="2A3547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时间注意力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10CC3A74-7E50-79E9-54FC-D9E4BF99B0CF}"/>
              </a:ext>
            </a:extLst>
          </p:cNvPr>
          <p:cNvSpPr txBox="1"/>
          <p:nvPr/>
        </p:nvSpPr>
        <p:spPr>
          <a:xfrm>
            <a:off x="6134100" y="3576518"/>
            <a:ext cx="1917700" cy="205184"/>
          </a:xfrm>
          <a:prstGeom prst="rect">
            <a:avLst/>
          </a:prstGeom>
          <a:noFill/>
        </p:spPr>
        <p:txBody>
          <a:bodyPr vert="horz" lIns="63500" tIns="25400" rIns="63500" bIns="25400" rtlCol="0" anchor="ctr">
            <a:spAutoFit/>
          </a:bodyPr>
          <a:lstStyle/>
          <a:p>
            <a:pPr algn="ctr"/>
            <a:r>
              <a:rPr lang="zh-CN" altLang="en-US" sz="1000">
                <a:solidFill>
                  <a:srgbClr val="64748B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聚合关键时间窗口</a:t>
            </a:r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44D3DD62-E2D2-C380-BB62-28237D6D4D1D}"/>
              </a:ext>
            </a:extLst>
          </p:cNvPr>
          <p:cNvSpPr/>
          <p:nvPr/>
        </p:nvSpPr>
        <p:spPr>
          <a:xfrm>
            <a:off x="6413500" y="3835400"/>
            <a:ext cx="127000" cy="127000"/>
          </a:xfrm>
          <a:prstGeom prst="ellipse">
            <a:avLst/>
          </a:prstGeom>
          <a:solidFill>
            <a:srgbClr val="E4F7F4"/>
          </a:solidFill>
          <a:ln w="8890">
            <a:solidFill>
              <a:srgbClr val="1897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395E4210-7951-84BA-F45F-D154FF2540AB}"/>
              </a:ext>
            </a:extLst>
          </p:cNvPr>
          <p:cNvSpPr/>
          <p:nvPr/>
        </p:nvSpPr>
        <p:spPr>
          <a:xfrm>
            <a:off x="6718300" y="3797300"/>
            <a:ext cx="127000" cy="127000"/>
          </a:xfrm>
          <a:prstGeom prst="ellipse">
            <a:avLst/>
          </a:prstGeom>
          <a:solidFill>
            <a:srgbClr val="E4F7F4"/>
          </a:solidFill>
          <a:ln w="8890">
            <a:solidFill>
              <a:srgbClr val="1897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8A2B79E5-8D00-83AA-0370-FA8C17C61E57}"/>
              </a:ext>
            </a:extLst>
          </p:cNvPr>
          <p:cNvSpPr/>
          <p:nvPr/>
        </p:nvSpPr>
        <p:spPr>
          <a:xfrm>
            <a:off x="7023100" y="3835400"/>
            <a:ext cx="127000" cy="127000"/>
          </a:xfrm>
          <a:prstGeom prst="ellipse">
            <a:avLst/>
          </a:prstGeom>
          <a:solidFill>
            <a:srgbClr val="18978B"/>
          </a:solidFill>
          <a:ln w="8890">
            <a:solidFill>
              <a:srgbClr val="1897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F61C990F-0D58-20EC-6901-088AD8775F05}"/>
              </a:ext>
            </a:extLst>
          </p:cNvPr>
          <p:cNvSpPr/>
          <p:nvPr/>
        </p:nvSpPr>
        <p:spPr>
          <a:xfrm>
            <a:off x="7327900" y="3797300"/>
            <a:ext cx="127000" cy="127000"/>
          </a:xfrm>
          <a:prstGeom prst="ellipse">
            <a:avLst/>
          </a:prstGeom>
          <a:solidFill>
            <a:srgbClr val="E4F7F4"/>
          </a:solidFill>
          <a:ln w="8890">
            <a:solidFill>
              <a:srgbClr val="1897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椭圆 75">
            <a:extLst>
              <a:ext uri="{FF2B5EF4-FFF2-40B4-BE49-F238E27FC236}">
                <a16:creationId xmlns:a16="http://schemas.microsoft.com/office/drawing/2014/main" id="{2AFCCAAB-CE48-07C5-8B8D-FE5E52CBA288}"/>
              </a:ext>
            </a:extLst>
          </p:cNvPr>
          <p:cNvSpPr/>
          <p:nvPr/>
        </p:nvSpPr>
        <p:spPr>
          <a:xfrm>
            <a:off x="7632700" y="3835400"/>
            <a:ext cx="127000" cy="127000"/>
          </a:xfrm>
          <a:prstGeom prst="ellipse">
            <a:avLst/>
          </a:prstGeom>
          <a:solidFill>
            <a:srgbClr val="E4F7F4"/>
          </a:solidFill>
          <a:ln w="8890">
            <a:solidFill>
              <a:srgbClr val="1897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9FD12599-C36C-AA7A-D362-F0B9FC7FE928}"/>
              </a:ext>
            </a:extLst>
          </p:cNvPr>
          <p:cNvCxnSpPr/>
          <p:nvPr/>
        </p:nvCxnSpPr>
        <p:spPr>
          <a:xfrm>
            <a:off x="6553200" y="3898900"/>
            <a:ext cx="1308100" cy="0"/>
          </a:xfrm>
          <a:prstGeom prst="straightConnector1">
            <a:avLst/>
          </a:prstGeom>
          <a:ln w="8890">
            <a:solidFill>
              <a:srgbClr val="1897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A4EFB32A-25FD-2D09-5A51-5E180C5FE2E7}"/>
              </a:ext>
            </a:extLst>
          </p:cNvPr>
          <p:cNvSpPr/>
          <p:nvPr/>
        </p:nvSpPr>
        <p:spPr>
          <a:xfrm>
            <a:off x="5969000" y="4699000"/>
            <a:ext cx="2247900" cy="104140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3767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E629B1CA-62C9-C26F-4B57-E7905A2FD6FE}"/>
              </a:ext>
            </a:extLst>
          </p:cNvPr>
          <p:cNvSpPr/>
          <p:nvPr/>
        </p:nvSpPr>
        <p:spPr>
          <a:xfrm>
            <a:off x="5969000" y="4699000"/>
            <a:ext cx="2247900" cy="88900"/>
          </a:xfrm>
          <a:prstGeom prst="rect">
            <a:avLst/>
          </a:prstGeom>
          <a:solidFill>
            <a:srgbClr val="3767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BEDEAA58-4370-14D7-F6F6-2EBC78035E26}"/>
              </a:ext>
            </a:extLst>
          </p:cNvPr>
          <p:cNvSpPr txBox="1"/>
          <p:nvPr/>
        </p:nvSpPr>
        <p:spPr>
          <a:xfrm>
            <a:off x="6134100" y="4935418"/>
            <a:ext cx="1917700" cy="266740"/>
          </a:xfrm>
          <a:prstGeom prst="rect">
            <a:avLst/>
          </a:prstGeom>
          <a:noFill/>
        </p:spPr>
        <p:txBody>
          <a:bodyPr vert="horz" lIns="63500" tIns="25400" rIns="63500" bIns="25400" rtlCol="0" anchor="ctr">
            <a:spAutoFit/>
          </a:bodyPr>
          <a:lstStyle/>
          <a:p>
            <a:pPr algn="ctr"/>
            <a:r>
              <a:rPr lang="zh-CN" altLang="en-US" sz="1400" b="1">
                <a:solidFill>
                  <a:srgbClr val="2A3547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时间注意力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F9A09212-50C9-2AC4-9C36-B038EAB1F424}"/>
              </a:ext>
            </a:extLst>
          </p:cNvPr>
          <p:cNvSpPr txBox="1"/>
          <p:nvPr/>
        </p:nvSpPr>
        <p:spPr>
          <a:xfrm>
            <a:off x="6134100" y="5291018"/>
            <a:ext cx="1917700" cy="205184"/>
          </a:xfrm>
          <a:prstGeom prst="rect">
            <a:avLst/>
          </a:prstGeom>
          <a:noFill/>
        </p:spPr>
        <p:txBody>
          <a:bodyPr vert="horz" lIns="63500" tIns="25400" rIns="63500" bIns="25400" rtlCol="0" anchor="ctr">
            <a:spAutoFit/>
          </a:bodyPr>
          <a:lstStyle/>
          <a:p>
            <a:pPr algn="ctr"/>
            <a:r>
              <a:rPr lang="zh-CN" altLang="en-US" sz="1000">
                <a:solidFill>
                  <a:srgbClr val="64748B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聚合关键时间窗口</a:t>
            </a: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B911A6A2-8A27-E9D6-A942-4D9390BD19EA}"/>
              </a:ext>
            </a:extLst>
          </p:cNvPr>
          <p:cNvSpPr/>
          <p:nvPr/>
        </p:nvSpPr>
        <p:spPr>
          <a:xfrm>
            <a:off x="6413500" y="5549900"/>
            <a:ext cx="127000" cy="127000"/>
          </a:xfrm>
          <a:prstGeom prst="ellipse">
            <a:avLst/>
          </a:prstGeom>
          <a:solidFill>
            <a:srgbClr val="E8F1FC"/>
          </a:solidFill>
          <a:ln w="8890">
            <a:solidFill>
              <a:srgbClr val="3767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C14BAE18-3F5B-6580-2695-B35864A6805F}"/>
              </a:ext>
            </a:extLst>
          </p:cNvPr>
          <p:cNvSpPr/>
          <p:nvPr/>
        </p:nvSpPr>
        <p:spPr>
          <a:xfrm>
            <a:off x="6718300" y="5511800"/>
            <a:ext cx="127000" cy="127000"/>
          </a:xfrm>
          <a:prstGeom prst="ellipse">
            <a:avLst/>
          </a:prstGeom>
          <a:solidFill>
            <a:srgbClr val="E8F1FC"/>
          </a:solidFill>
          <a:ln w="8890">
            <a:solidFill>
              <a:srgbClr val="3767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C901BB3E-D7D5-E783-597A-A155CB90DF72}"/>
              </a:ext>
            </a:extLst>
          </p:cNvPr>
          <p:cNvSpPr/>
          <p:nvPr/>
        </p:nvSpPr>
        <p:spPr>
          <a:xfrm>
            <a:off x="7023100" y="5549900"/>
            <a:ext cx="127000" cy="127000"/>
          </a:xfrm>
          <a:prstGeom prst="ellipse">
            <a:avLst/>
          </a:prstGeom>
          <a:solidFill>
            <a:srgbClr val="3767A6"/>
          </a:solidFill>
          <a:ln w="8890">
            <a:solidFill>
              <a:srgbClr val="3767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椭圆 84">
            <a:extLst>
              <a:ext uri="{FF2B5EF4-FFF2-40B4-BE49-F238E27FC236}">
                <a16:creationId xmlns:a16="http://schemas.microsoft.com/office/drawing/2014/main" id="{BA33CA1F-FC57-C65C-95F0-D00F98BABEDE}"/>
              </a:ext>
            </a:extLst>
          </p:cNvPr>
          <p:cNvSpPr/>
          <p:nvPr/>
        </p:nvSpPr>
        <p:spPr>
          <a:xfrm>
            <a:off x="7327900" y="5511800"/>
            <a:ext cx="127000" cy="127000"/>
          </a:xfrm>
          <a:prstGeom prst="ellipse">
            <a:avLst/>
          </a:prstGeom>
          <a:solidFill>
            <a:srgbClr val="E8F1FC"/>
          </a:solidFill>
          <a:ln w="8890">
            <a:solidFill>
              <a:srgbClr val="3767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D3186CAD-CE3D-4C36-EF51-12B2A8B4EBFE}"/>
              </a:ext>
            </a:extLst>
          </p:cNvPr>
          <p:cNvSpPr/>
          <p:nvPr/>
        </p:nvSpPr>
        <p:spPr>
          <a:xfrm>
            <a:off x="7632700" y="5549900"/>
            <a:ext cx="127000" cy="127000"/>
          </a:xfrm>
          <a:prstGeom prst="ellipse">
            <a:avLst/>
          </a:prstGeom>
          <a:solidFill>
            <a:srgbClr val="E8F1FC"/>
          </a:solidFill>
          <a:ln w="8890">
            <a:solidFill>
              <a:srgbClr val="3767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D86380F6-DCDF-792F-BC7A-A4A408EFACCA}"/>
              </a:ext>
            </a:extLst>
          </p:cNvPr>
          <p:cNvCxnSpPr/>
          <p:nvPr/>
        </p:nvCxnSpPr>
        <p:spPr>
          <a:xfrm>
            <a:off x="6553200" y="5613400"/>
            <a:ext cx="1308100" cy="0"/>
          </a:xfrm>
          <a:prstGeom prst="straightConnector1">
            <a:avLst/>
          </a:prstGeom>
          <a:ln w="8890">
            <a:solidFill>
              <a:srgbClr val="3767A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DEB5C3BF-5AD0-F3D5-F6C7-2AEB4E666859}"/>
              </a:ext>
            </a:extLst>
          </p:cNvPr>
          <p:cNvSpPr/>
          <p:nvPr/>
        </p:nvSpPr>
        <p:spPr>
          <a:xfrm>
            <a:off x="8851900" y="2819400"/>
            <a:ext cx="1981200" cy="1371600"/>
          </a:xfrm>
          <a:prstGeom prst="roundRect">
            <a:avLst/>
          </a:prstGeom>
          <a:solidFill>
            <a:srgbClr val="FFF7E1"/>
          </a:solidFill>
          <a:ln w="25400">
            <a:solidFill>
              <a:srgbClr val="B884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DBA68458-5B17-A0D3-AA9E-8B8F643F0B65}"/>
              </a:ext>
            </a:extLst>
          </p:cNvPr>
          <p:cNvSpPr txBox="1"/>
          <p:nvPr/>
        </p:nvSpPr>
        <p:spPr>
          <a:xfrm>
            <a:off x="8978900" y="3132018"/>
            <a:ext cx="1727200" cy="297517"/>
          </a:xfrm>
          <a:prstGeom prst="rect">
            <a:avLst/>
          </a:prstGeom>
          <a:noFill/>
        </p:spPr>
        <p:txBody>
          <a:bodyPr vert="horz" lIns="63500" tIns="25400" rIns="63500" bIns="2540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2A3547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模态门控</a:t>
            </a: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8089E682-C56C-AB83-309C-C0B76D930A0F}"/>
              </a:ext>
            </a:extLst>
          </p:cNvPr>
          <p:cNvSpPr txBox="1"/>
          <p:nvPr/>
        </p:nvSpPr>
        <p:spPr>
          <a:xfrm>
            <a:off x="8978900" y="3589218"/>
            <a:ext cx="1727200" cy="205184"/>
          </a:xfrm>
          <a:prstGeom prst="rect">
            <a:avLst/>
          </a:prstGeom>
          <a:noFill/>
        </p:spPr>
        <p:txBody>
          <a:bodyPr vert="horz" lIns="63500" tIns="25400" rIns="63500" bIns="25400" rtlCol="0" anchor="ctr">
            <a:spAutoFit/>
          </a:bodyPr>
          <a:lstStyle/>
          <a:p>
            <a:pPr algn="ctr"/>
            <a:r>
              <a:rPr lang="zh-CN" altLang="en-US" sz="1000">
                <a:solidFill>
                  <a:srgbClr val="56607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学习样本级可靠性</a:t>
            </a: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D99D7C0B-C596-3970-5DDF-D5AB718CB19D}"/>
              </a:ext>
            </a:extLst>
          </p:cNvPr>
          <p:cNvSpPr/>
          <p:nvPr/>
        </p:nvSpPr>
        <p:spPr>
          <a:xfrm>
            <a:off x="9664700" y="2921000"/>
            <a:ext cx="355600" cy="152400"/>
          </a:xfrm>
          <a:prstGeom prst="ellipse">
            <a:avLst/>
          </a:prstGeom>
          <a:solidFill>
            <a:srgbClr val="B884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2A1E7333-1461-3EED-2C7E-C5A9E9F43068}"/>
              </a:ext>
            </a:extLst>
          </p:cNvPr>
          <p:cNvSpPr/>
          <p:nvPr/>
        </p:nvSpPr>
        <p:spPr>
          <a:xfrm>
            <a:off x="11315700" y="2819400"/>
            <a:ext cx="2133600" cy="1371600"/>
          </a:xfrm>
          <a:prstGeom prst="roundRect">
            <a:avLst/>
          </a:prstGeom>
          <a:solidFill>
            <a:srgbClr val="F2EDFB"/>
          </a:solidFill>
          <a:ln w="25400">
            <a:solidFill>
              <a:srgbClr val="6F52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F10B151B-0BD9-BBCE-A2CC-58A26AB54AA2}"/>
              </a:ext>
            </a:extLst>
          </p:cNvPr>
          <p:cNvSpPr txBox="1"/>
          <p:nvPr/>
        </p:nvSpPr>
        <p:spPr>
          <a:xfrm>
            <a:off x="11442700" y="3132018"/>
            <a:ext cx="1879600" cy="297517"/>
          </a:xfrm>
          <a:prstGeom prst="rect">
            <a:avLst/>
          </a:prstGeom>
          <a:noFill/>
        </p:spPr>
        <p:txBody>
          <a:bodyPr vert="horz" lIns="63500" tIns="25400" rIns="63500" bIns="2540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2A3547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特征融合</a:t>
            </a: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6EBB7D34-C51C-0018-5A97-A62D3819EE0E}"/>
              </a:ext>
            </a:extLst>
          </p:cNvPr>
          <p:cNvSpPr txBox="1"/>
          <p:nvPr/>
        </p:nvSpPr>
        <p:spPr>
          <a:xfrm>
            <a:off x="11442700" y="3589218"/>
            <a:ext cx="1879600" cy="205184"/>
          </a:xfrm>
          <a:prstGeom prst="rect">
            <a:avLst/>
          </a:prstGeom>
          <a:noFill/>
        </p:spPr>
        <p:txBody>
          <a:bodyPr vert="horz" lIns="63500" tIns="25400" rIns="63500" bIns="25400" rtlCol="0" anchor="ctr">
            <a:spAutoFit/>
          </a:bodyPr>
          <a:lstStyle/>
          <a:p>
            <a:pPr algn="ctr"/>
            <a:r>
              <a:rPr lang="zh-CN" altLang="en-US" sz="1000">
                <a:solidFill>
                  <a:srgbClr val="56607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归一化与非线性变换</a:t>
            </a:r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B3CB3F74-A85A-83FD-6AB5-1990755F7693}"/>
              </a:ext>
            </a:extLst>
          </p:cNvPr>
          <p:cNvSpPr/>
          <p:nvPr/>
        </p:nvSpPr>
        <p:spPr>
          <a:xfrm>
            <a:off x="12204700" y="2921000"/>
            <a:ext cx="355600" cy="152400"/>
          </a:xfrm>
          <a:prstGeom prst="ellipse">
            <a:avLst/>
          </a:prstGeom>
          <a:solidFill>
            <a:srgbClr val="6F52A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矩形: 圆角 95">
            <a:extLst>
              <a:ext uri="{FF2B5EF4-FFF2-40B4-BE49-F238E27FC236}">
                <a16:creationId xmlns:a16="http://schemas.microsoft.com/office/drawing/2014/main" id="{5B2F1291-A93B-5A24-8BC5-85B3292FB87F}"/>
              </a:ext>
            </a:extLst>
          </p:cNvPr>
          <p:cNvSpPr/>
          <p:nvPr/>
        </p:nvSpPr>
        <p:spPr>
          <a:xfrm>
            <a:off x="13919200" y="1651000"/>
            <a:ext cx="1981200" cy="1320800"/>
          </a:xfrm>
          <a:prstGeom prst="roundRect">
            <a:avLst/>
          </a:prstGeom>
          <a:solidFill>
            <a:srgbClr val="EFF6FF"/>
          </a:solidFill>
          <a:ln w="22860">
            <a:solidFill>
              <a:srgbClr val="3767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5AEFD89B-B462-0834-107C-E5273DFAE405}"/>
              </a:ext>
            </a:extLst>
          </p:cNvPr>
          <p:cNvSpPr txBox="1"/>
          <p:nvPr/>
        </p:nvSpPr>
        <p:spPr>
          <a:xfrm>
            <a:off x="14058900" y="1900118"/>
            <a:ext cx="1701800" cy="297517"/>
          </a:xfrm>
          <a:prstGeom prst="rect">
            <a:avLst/>
          </a:prstGeom>
          <a:noFill/>
        </p:spPr>
        <p:txBody>
          <a:bodyPr vert="horz" lIns="63500" tIns="25400" rIns="63500" bIns="2540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3767A6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情感极性</a:t>
            </a: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24BFAA5C-89CF-AECA-E5D1-C6BD50C2D9A5}"/>
              </a:ext>
            </a:extLst>
          </p:cNvPr>
          <p:cNvSpPr txBox="1"/>
          <p:nvPr/>
        </p:nvSpPr>
        <p:spPr>
          <a:xfrm>
            <a:off x="14058900" y="2306518"/>
            <a:ext cx="1701800" cy="205184"/>
          </a:xfrm>
          <a:prstGeom prst="rect">
            <a:avLst/>
          </a:prstGeom>
          <a:noFill/>
        </p:spPr>
        <p:txBody>
          <a:bodyPr vert="horz" lIns="63500" tIns="25400" rIns="63500" bIns="25400" rtlCol="0" anchor="ctr">
            <a:spAutoFit/>
          </a:bodyPr>
          <a:lstStyle/>
          <a:p>
            <a:pPr algn="ctr"/>
            <a:r>
              <a:rPr lang="zh-CN" altLang="en-US" sz="1000">
                <a:solidFill>
                  <a:srgbClr val="64748B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三分类 </a:t>
            </a:r>
            <a:r>
              <a:rPr lang="en-US" altLang="zh-CN" sz="1000">
                <a:solidFill>
                  <a:srgbClr val="64748B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· Accuracy / F1</a:t>
            </a:r>
            <a:endParaRPr lang="zh-CN" altLang="en-US" sz="1000">
              <a:solidFill>
                <a:srgbClr val="64748B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73972A2C-971F-90F1-86EF-F16F5F74404F}"/>
              </a:ext>
            </a:extLst>
          </p:cNvPr>
          <p:cNvSpPr/>
          <p:nvPr/>
        </p:nvSpPr>
        <p:spPr>
          <a:xfrm>
            <a:off x="13919200" y="4292600"/>
            <a:ext cx="1981200" cy="1320800"/>
          </a:xfrm>
          <a:prstGeom prst="roundRect">
            <a:avLst/>
          </a:prstGeom>
          <a:solidFill>
            <a:srgbClr val="FFF4EF"/>
          </a:solidFill>
          <a:ln w="22860">
            <a:solidFill>
              <a:srgbClr val="D770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374AC2C6-CA2C-CDE8-2929-C3CEDACE1D4C}"/>
              </a:ext>
            </a:extLst>
          </p:cNvPr>
          <p:cNvSpPr txBox="1"/>
          <p:nvPr/>
        </p:nvSpPr>
        <p:spPr>
          <a:xfrm>
            <a:off x="14058900" y="4541718"/>
            <a:ext cx="1701800" cy="297517"/>
          </a:xfrm>
          <a:prstGeom prst="rect">
            <a:avLst/>
          </a:prstGeom>
          <a:noFill/>
        </p:spPr>
        <p:txBody>
          <a:bodyPr vert="horz" lIns="63500" tIns="25400" rIns="63500" bIns="2540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D7704C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情感强度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1C7A489E-49F4-490F-BB08-075C4A4BF539}"/>
              </a:ext>
            </a:extLst>
          </p:cNvPr>
          <p:cNvSpPr txBox="1"/>
          <p:nvPr/>
        </p:nvSpPr>
        <p:spPr>
          <a:xfrm>
            <a:off x="14058900" y="4948118"/>
            <a:ext cx="1701800" cy="205184"/>
          </a:xfrm>
          <a:prstGeom prst="rect">
            <a:avLst/>
          </a:prstGeom>
          <a:noFill/>
        </p:spPr>
        <p:txBody>
          <a:bodyPr vert="horz" lIns="63500" tIns="25400" rIns="63500" bIns="25400" rtlCol="0" anchor="ctr">
            <a:spAutoFit/>
          </a:bodyPr>
          <a:lstStyle/>
          <a:p>
            <a:pPr algn="ctr"/>
            <a:r>
              <a:rPr lang="zh-CN" altLang="en-US" sz="1000">
                <a:solidFill>
                  <a:srgbClr val="64748B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连续值 </a:t>
            </a:r>
            <a:r>
              <a:rPr lang="en-US" altLang="zh-CN" sz="1000">
                <a:solidFill>
                  <a:srgbClr val="64748B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· MAE / Pearson</a:t>
            </a:r>
            <a:endParaRPr lang="zh-CN" altLang="en-US" sz="1000">
              <a:solidFill>
                <a:srgbClr val="64748B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4212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</Words>
  <Application>Microsoft Office PowerPoint</Application>
  <PresentationFormat>自定义</PresentationFormat>
  <Paragraphs>33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yuanwen zheng</dc:creator>
  <cp:lastModifiedBy>yuanwen zheng</cp:lastModifiedBy>
  <cp:revision>1</cp:revision>
  <dcterms:created xsi:type="dcterms:W3CDTF">2026-09-26T05:45:56Z</dcterms:created>
  <dcterms:modified xsi:type="dcterms:W3CDTF">2026-09-26T05:45:56Z</dcterms:modified>
</cp:coreProperties>
</file>