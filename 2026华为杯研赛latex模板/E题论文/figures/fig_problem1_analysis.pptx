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2305050"/>
  <p:notesSz cx="230505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9402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256032"/>
            <a:ext cx="877824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13335">
            <a:solidFill>
              <a:srgbClr val="255C8E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47472" y="109728"/>
            <a:ext cx="1069848" cy="338328"/>
          </a:xfrm>
          <a:prstGeom prst="roundRect">
            <a:avLst>
              <a:gd name="adj" fmla="val 16216"/>
            </a:avLst>
          </a:prstGeom>
          <a:solidFill>
            <a:srgbClr val="255C8E"/>
          </a:solidFill>
          <a:ln w="12700">
            <a:solidFill>
              <a:srgbClr val="255C8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5544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</a:t>
            </a:r>
            <a:endParaRPr lang="en-US" sz="1130" dirty="0"/>
          </a:p>
        </p:txBody>
      </p:sp>
      <p:sp>
        <p:nvSpPr>
          <p:cNvPr id="5" name="Shape 3"/>
          <p:cNvSpPr/>
          <p:nvPr/>
        </p:nvSpPr>
        <p:spPr>
          <a:xfrm>
            <a:off x="384048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EF4F9"/>
          </a:solidFill>
          <a:ln w="12700">
            <a:solidFill>
              <a:srgbClr val="255C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附件1视频、转写与标注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11680" y="1106424"/>
            <a:ext cx="566928" cy="0"/>
          </a:xfrm>
          <a:prstGeom prst="line">
            <a:avLst/>
          </a:prstGeom>
          <a:noFill/>
          <a:ln w="20955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60904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EF4F9"/>
          </a:solidFill>
          <a:ln w="12700">
            <a:solidFill>
              <a:srgbClr val="255C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三模态特征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15768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文本768 · 语音74 · 视觉35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88536" y="1106424"/>
            <a:ext cx="566928" cy="0"/>
          </a:xfrm>
          <a:prstGeom prst="line">
            <a:avLst/>
          </a:prstGeom>
          <a:noFill/>
          <a:ln w="20955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937760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EF4F9"/>
          </a:solidFill>
          <a:ln w="12700">
            <a:solidFill>
              <a:srgbClr val="255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1768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公共时间轴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92624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50窗映射与有效掩码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65392" y="1106424"/>
            <a:ext cx="566928" cy="0"/>
          </a:xfrm>
          <a:prstGeom prst="line">
            <a:avLst/>
          </a:prstGeom>
          <a:noFill/>
          <a:ln w="20955">
            <a:solidFill>
              <a:srgbClr val="255C8E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14616" y="658368"/>
            <a:ext cx="1545336" cy="905256"/>
          </a:xfrm>
          <a:prstGeom prst="roundRect">
            <a:avLst>
              <a:gd name="adj" fmla="val 8081"/>
            </a:avLst>
          </a:prstGeom>
          <a:solidFill>
            <a:srgbClr val="EEF4F9"/>
          </a:solidFill>
          <a:ln w="12700">
            <a:solidFill>
              <a:srgbClr val="255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78624" y="804672"/>
            <a:ext cx="1417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55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对齐核验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269480" y="1106424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2032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覆盖率、边界与视频回看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自定义</PresentationFormat>
  <Paragraphs>10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Microsoft YaHei</vt:lpstr>
      <vt:lpstr>Arial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Math Modeling Team</dc:creator>
  <cp:lastModifiedBy>yuanwen zheng</cp:lastModifiedBy>
  <cp:revision>2</cp:revision>
  <dcterms:created xsi:type="dcterms:W3CDTF">2026-09-25T05:47:48Z</dcterms:created>
  <dcterms:modified xsi:type="dcterms:W3CDTF">2026-09-25T17:50:33Z</dcterms:modified>
</cp:coreProperties>
</file>