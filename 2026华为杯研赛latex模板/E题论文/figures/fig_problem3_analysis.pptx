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2304288"/>
  <p:notesSz cx="2304288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256032"/>
            <a:ext cx="8778240" cy="1737360"/>
          </a:xfrm>
          <a:prstGeom prst="rect">
            <a:avLst/>
          </a:prstGeom>
          <a:solidFill>
            <a:srgbClr val="FFFFFF">
              <a:alpha val="0"/>
            </a:srgbClr>
          </a:solidFill>
          <a:ln w="13335">
            <a:solidFill>
              <a:srgbClr val="AD5835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347472" y="109728"/>
            <a:ext cx="1069848" cy="338328"/>
          </a:xfrm>
          <a:prstGeom prst="roundRect">
            <a:avLst>
              <a:gd name="adj" fmla="val 16216"/>
            </a:avLst>
          </a:prstGeom>
          <a:solidFill>
            <a:srgbClr val="AD5835"/>
          </a:solidFill>
          <a:ln w="12700">
            <a:solidFill>
              <a:srgbClr val="AD5835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" y="15544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问题三</a:t>
            </a:r>
            <a:endParaRPr lang="en-US" sz="1130" dirty="0"/>
          </a:p>
        </p:txBody>
      </p:sp>
      <p:sp>
        <p:nvSpPr>
          <p:cNvPr id="5" name="Shape 3"/>
          <p:cNvSpPr/>
          <p:nvPr/>
        </p:nvSpPr>
        <p:spPr>
          <a:xfrm>
            <a:off x="384048" y="658368"/>
            <a:ext cx="1545336" cy="905256"/>
          </a:xfrm>
          <a:prstGeom prst="roundRect">
            <a:avLst>
              <a:gd name="adj" fmla="val 8081"/>
            </a:avLst>
          </a:prstGeom>
          <a:solidFill>
            <a:srgbClr val="FCF1EA"/>
          </a:solidFill>
          <a:ln w="12700">
            <a:solidFill>
              <a:srgbClr val="AD58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" y="804672"/>
            <a:ext cx="1417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D58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选定主模型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8912" y="1106424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复用附件2验证选模结果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11680" y="1106424"/>
            <a:ext cx="566928" cy="0"/>
          </a:xfrm>
          <a:prstGeom prst="line">
            <a:avLst/>
          </a:prstGeom>
          <a:noFill/>
          <a:ln w="20955">
            <a:solidFill>
              <a:srgbClr val="AD5835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60904" y="658368"/>
            <a:ext cx="1545336" cy="905256"/>
          </a:xfrm>
          <a:prstGeom prst="roundRect">
            <a:avLst>
              <a:gd name="adj" fmla="val 8081"/>
            </a:avLst>
          </a:prstGeom>
          <a:solidFill>
            <a:srgbClr val="FCF1EA"/>
          </a:solidFill>
          <a:ln w="12700">
            <a:solidFill>
              <a:srgbClr val="AD58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24912" y="804672"/>
            <a:ext cx="1417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D58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模态作用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15768" y="1106424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门控权重与反事实消融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88536" y="1106424"/>
            <a:ext cx="566928" cy="0"/>
          </a:xfrm>
          <a:prstGeom prst="line">
            <a:avLst/>
          </a:prstGeom>
          <a:noFill/>
          <a:ln w="20955">
            <a:solidFill>
              <a:srgbClr val="AD583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937760" y="658368"/>
            <a:ext cx="1545336" cy="905256"/>
          </a:xfrm>
          <a:prstGeom prst="roundRect">
            <a:avLst>
              <a:gd name="adj" fmla="val 8081"/>
            </a:avLst>
          </a:prstGeom>
          <a:solidFill>
            <a:srgbClr val="FCF1EA"/>
          </a:solidFill>
          <a:ln w="12700">
            <a:solidFill>
              <a:srgbClr val="AD58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01768" y="804672"/>
            <a:ext cx="1417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D58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局部证据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92624" y="1106424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时间窗遮挡与原始时刻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565392" y="1106424"/>
            <a:ext cx="566928" cy="0"/>
          </a:xfrm>
          <a:prstGeom prst="line">
            <a:avLst/>
          </a:prstGeom>
          <a:noFill/>
          <a:ln w="20955">
            <a:solidFill>
              <a:srgbClr val="AD5835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214616" y="658368"/>
            <a:ext cx="1545336" cy="905256"/>
          </a:xfrm>
          <a:prstGeom prst="roundRect">
            <a:avLst>
              <a:gd name="adj" fmla="val 8081"/>
            </a:avLst>
          </a:prstGeom>
          <a:solidFill>
            <a:srgbClr val="FCF1EA"/>
          </a:solidFill>
          <a:ln w="12700">
            <a:solidFill>
              <a:srgbClr val="AD58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78624" y="804672"/>
            <a:ext cx="1417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AD58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预测交付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269480" y="1106424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附件4极性、强度、证据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93192" y="1709928"/>
            <a:ext cx="8348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5260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输出：主要参考模态、重要时间段与可回看的证据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Math Modeling Team</dc:creator>
  <cp:lastModifiedBy>Math Modeling Team</cp:lastModifiedBy>
  <cp:revision>1</cp:revision>
  <dcterms:created xsi:type="dcterms:W3CDTF">2026-09-25T05:47:48Z</dcterms:created>
  <dcterms:modified xsi:type="dcterms:W3CDTF">2026-09-25T05:47:48Z</dcterms:modified>
</cp:coreProperties>
</file>