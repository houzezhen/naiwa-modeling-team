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2305050"/>
  <p:notesSz cx="230505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449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56032"/>
            <a:ext cx="87782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AD5835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47472" y="109728"/>
            <a:ext cx="1069848" cy="338328"/>
          </a:xfrm>
          <a:prstGeom prst="roundRect">
            <a:avLst>
              <a:gd name="adj" fmla="val 16216"/>
            </a:avLst>
          </a:prstGeom>
          <a:solidFill>
            <a:srgbClr val="AD5835"/>
          </a:solidFill>
          <a:ln w="12700">
            <a:solidFill>
              <a:srgbClr val="AD583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5544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384048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FCF1EA"/>
          </a:solidFill>
          <a:ln w="12700">
            <a:solidFill>
              <a:srgbClr val="AD58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选定主模型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复用附件2验证选模结果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1106424"/>
            <a:ext cx="566928" cy="0"/>
          </a:xfrm>
          <a:prstGeom prst="line">
            <a:avLst/>
          </a:prstGeom>
          <a:noFill/>
          <a:ln w="20955">
            <a:solidFill>
              <a:srgbClr val="AD583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60904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FCF1EA"/>
          </a:solidFill>
          <a:ln w="12700">
            <a:solidFill>
              <a:srgbClr val="AD58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模态作用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5768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门控权重与反事实消融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88536" y="1106424"/>
            <a:ext cx="566928" cy="0"/>
          </a:xfrm>
          <a:prstGeom prst="line">
            <a:avLst/>
          </a:prstGeom>
          <a:noFill/>
          <a:ln w="20955">
            <a:solidFill>
              <a:srgbClr val="AD583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37760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FCF1EA"/>
          </a:solidFill>
          <a:ln w="12700">
            <a:solidFill>
              <a:srgbClr val="AD58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局部证据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2624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时间窗遮挡与原始时刻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65392" y="1106424"/>
            <a:ext cx="566928" cy="0"/>
          </a:xfrm>
          <a:prstGeom prst="line">
            <a:avLst/>
          </a:prstGeom>
          <a:noFill/>
          <a:ln w="20955">
            <a:solidFill>
              <a:srgbClr val="AD583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14616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FCF1EA"/>
          </a:solidFill>
          <a:ln w="12700">
            <a:solidFill>
              <a:srgbClr val="AD58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预测交付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附件4极性、强度、证据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自定义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Math Modeling Team</dc:creator>
  <cp:lastModifiedBy>yuanwen zheng</cp:lastModifiedBy>
  <cp:revision>2</cp:revision>
  <dcterms:created xsi:type="dcterms:W3CDTF">2026-09-25T05:47:48Z</dcterms:created>
  <dcterms:modified xsi:type="dcterms:W3CDTF">2026-09-25T17:50:33Z</dcterms:modified>
</cp:coreProperties>
</file>