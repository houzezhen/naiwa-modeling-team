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2305050"/>
  <p:notesSz cx="230505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3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56032"/>
            <a:ext cx="877824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87C7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47472" y="109728"/>
            <a:ext cx="1069848" cy="338328"/>
          </a:xfrm>
          <a:prstGeom prst="roundRect">
            <a:avLst>
              <a:gd name="adj" fmla="val 16216"/>
            </a:avLst>
          </a:prstGeom>
          <a:solidFill>
            <a:srgbClr val="087C70"/>
          </a:solidFill>
          <a:ln w="12700">
            <a:solidFill>
              <a:srgbClr val="087C7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5544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AF5F1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统一输入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附件2划分与特征版本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106424"/>
            <a:ext cx="566928" cy="0"/>
          </a:xfrm>
          <a:prstGeom prst="line">
            <a:avLst/>
          </a:prstGeom>
          <a:noFill/>
          <a:ln w="2095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60904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AF5F1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掩码处理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5768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训练集归一化 · 缺失位置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8536" y="1106424"/>
            <a:ext cx="566928" cy="0"/>
          </a:xfrm>
          <a:prstGeom prst="line">
            <a:avLst/>
          </a:prstGeom>
          <a:noFill/>
          <a:ln w="2095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37760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AF5F1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融合与双任务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92624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双向GRU · 注意力 · 门控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65392" y="1106424"/>
            <a:ext cx="566928" cy="0"/>
          </a:xfrm>
          <a:prstGeom prst="line">
            <a:avLst/>
          </a:prstGeom>
          <a:noFill/>
          <a:ln w="2095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14616" y="658368"/>
            <a:ext cx="1545336" cy="905256"/>
          </a:xfrm>
          <a:prstGeom prst="roundRect">
            <a:avLst>
              <a:gd name="adj" fmla="val 8081"/>
            </a:avLst>
          </a:prstGeom>
          <a:solidFill>
            <a:srgbClr val="EAF5F1"/>
          </a:solidFill>
          <a:ln w="12700">
            <a:solidFill>
              <a:srgbClr val="087C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80467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性能检验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1106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验证选模 · 遮挡 · 附件3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Math Modeling Team</dc:creator>
  <cp:lastModifiedBy>yuanwen zheng</cp:lastModifiedBy>
  <cp:revision>2</cp:revision>
  <dcterms:created xsi:type="dcterms:W3CDTF">2026-09-25T05:47:48Z</dcterms:created>
  <dcterms:modified xsi:type="dcterms:W3CDTF">2026-09-25T17:50:33Z</dcterms:modified>
</cp:coreProperties>
</file>